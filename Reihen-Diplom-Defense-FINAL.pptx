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583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Диплом хамгаалалтын танилцуулга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9692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0" b="1" spc="-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тоглоомын төвийн суудал захиалга, төлбөр, owner/staff удирдлага, tournament bracket систем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3794760"/>
            <a:ext cx="219456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619963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 · Prisma · Supabase PostgreSQL · Supabase Realtime · Clerk · Vercel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55680" y="20116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Асуудал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61848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Монгол дахь PC center-үүдийн захиалга ихэнхдээ утас, чат эсвэл очиж цаг авах хэлбэртэй.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658368" y="223113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2140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Суудлын давхцал, төлбөр баталгаажаагүй захиалга, no-show бүртгэл алдагдах эрсдэлтэй.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658368" y="284378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34056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болон staff нь суудал, захиалга, орлого, үйлдлийг нэг dashboard-оос real-time харах боломж муу.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658368" y="345643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346704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 зохион байгуулах, баг бүртгэх, bracket хөтлөх workflow тусдаа явдаг.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8275320" y="169164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2057400"/>
            <a:ext cx="2697480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Нэг платформоор booking + operation + tournament workflow-г нэгтгэнэ.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326880" y="3950208"/>
            <a:ext cx="109728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55680" y="20116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Төслийн зорилго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61848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Player: сул суудал харах, цаг сонгох, QPay/wallet balance-аар захиалах.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658368" y="223113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2140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center, суудлын map, staff, booking, review, subscription, tournament удирдах.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658368" y="284378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34056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Staff: check-in, no-show, суудлын төлөв өөрчлөх, тухайн center-ийн booking харах.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658368" y="345643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346704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Public: centers, events, tournaments, bracket болон team registration харах.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8275320" y="169164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2057400"/>
            <a:ext cx="2697480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system: Player · Owner · Staff · Admin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326880" y="3950208"/>
            <a:ext cx="109728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55680" y="20116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 боломжууд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78308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booking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95528" y="213969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26771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Суудал сонгох, цаг авах, төлбөр төлөх, давхцал шалгах.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343400" y="160020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78308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seat status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44568" y="213969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226771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→ WAITING → PLAYING төлөв owner/staff/player талд sync хийнэ.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092440" y="160020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178308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dashboard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93608" y="213969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3608" y="226771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Орлого, booking, live seat map, customer risk, audit log.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94360" y="347472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365760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workflow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5528" y="401421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4223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Check-in, no-show, seat status, center assignment permission.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4343400" y="347472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44568" y="365760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top-up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44568" y="401421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414223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QPay-р balance цэнэглээд booking-д ашиглах боломж.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8092440" y="347472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93608" y="365760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 bracket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93608" y="401421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14223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registration, payment, bracket editor, public bracket.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55680" y="20116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Суудлын төлөвийн бизнес логик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61848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OPEN: Захиалах боломжтой сул суудал.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658368" y="223113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2140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WAITING: Төлбөр төлөгдсөн, хэрэглэгч ирээгүй байгаа захиалга.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658368" y="284378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34056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PLAYING: Owner/staff check-in хийсний дараа тоглож байгаа төлөв.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658368" y="345643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346704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REPAIR/CLOSED: Owner/staff гараар хаасан эсвэл засвартай суудал.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658368" y="406908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959352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Owner/staff нь WAITING эсвэл PLAYING суудал дээр дарж booking detail modal харна.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8275320" y="169164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2057400"/>
            <a:ext cx="2697480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Төлбөр төлөгдсөнөөр PLAYING болохгүй. Check-in хийсний дараа PLAYING болно.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0" y="3950208"/>
            <a:ext cx="109728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55680" y="20116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шийдэл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61848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Realtime publication дээр Seat болон Booking table нэмсэн.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658368" y="223113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2140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update event centerId filter-ээр сонсож UI-г refresh дарахгүй шинэчилнэ.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658368" y="284378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34056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realtime event ирэхэд owner/staff dashboard шинэ booking-г татна.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658368" y="345643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346704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notification sound: owner/staff SOUND ON болгосны дараа шинэ booking дээр beep тоглоно.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658368" y="406908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959352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дээр event delay гарвал 4 секундийн fallback polling sync хийнэ.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8275320" y="169164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2057400"/>
            <a:ext cx="2697480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+ fallback polling = диплом demo дээр тогтвортой харагдана.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0" y="3950208"/>
            <a:ext cx="109728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55680" y="20116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ба wallet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61848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payment: QPay invoice эсвэл wallet balance.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658368" y="223113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2140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top-up: Profile дээр amount сонгоод QPay-р цэнэглэнэ.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658368" y="284378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34056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QPay callback төлбөрийг шалгаад WalletTopUp-г PAID болгож User.balance нэмнэ.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658368" y="345643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346704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payment нь transaction + row lock ашиглаж double-spend эрсдэлээс хамгаална.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658368" y="406908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959352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logic: booking cancel үед eligible бол balance/QPay refund abstraction ашиглана.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8275320" y="169164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2057400"/>
            <a:ext cx="2697480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mode mock QPay, production mode real QPay credential нэмэх боломжтой.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0" y="3950208"/>
            <a:ext cx="109728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55680" y="20116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flow: суудал захиалга ба QPay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Хэрэглэгч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417320" y="1554480"/>
            <a:ext cx="0" cy="4526280"/>
          </a:xfrm>
          <a:prstGeom prst="line">
            <a:avLst/>
          </a:prstGeom>
          <a:noFill/>
          <a:ln w="12700">
            <a:solidFill>
              <a:srgbClr val="D8D8D0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2344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систем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0" y="1554480"/>
            <a:ext cx="0" cy="4526280"/>
          </a:xfrm>
          <a:prstGeom prst="line">
            <a:avLst/>
          </a:prstGeom>
          <a:noFill/>
          <a:ln w="12700">
            <a:solidFill>
              <a:srgbClr val="D8D8D0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2344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QPay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97880" y="1554480"/>
            <a:ext cx="0" cy="4526280"/>
          </a:xfrm>
          <a:prstGeom prst="line">
            <a:avLst/>
          </a:prstGeom>
          <a:noFill/>
          <a:ln w="12700">
            <a:solidFill>
              <a:srgbClr val="D8D8D0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0" y="12344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Банкны апп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0" cy="4526280"/>
          </a:xfrm>
          <a:prstGeom prst="line">
            <a:avLst/>
          </a:prstGeom>
          <a:noFill/>
          <a:ln w="12700">
            <a:solidFill>
              <a:srgbClr val="D8D8D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64040" y="12344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/ Staff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378440" y="1554480"/>
            <a:ext cx="0" cy="4526280"/>
          </a:xfrm>
          <a:prstGeom prst="line">
            <a:avLst/>
          </a:prstGeom>
          <a:noFill/>
          <a:ln w="12700">
            <a:solidFill>
              <a:srgbClr val="D8D8D0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17320" y="1691640"/>
            <a:ext cx="2240280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490472" y="1527048"/>
            <a:ext cx="209397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Суудал + цаг сонгох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3657600" y="2075688"/>
            <a:ext cx="2240280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730752" y="1911096"/>
            <a:ext cx="209397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invoice/create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3657600" y="2459736"/>
            <a:ext cx="2240280" cy="0"/>
          </a:xfrm>
          <a:prstGeom prst="line">
            <a:avLst/>
          </a:prstGeom>
          <a:noFill/>
          <a:ln w="1397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3730752" y="2295144"/>
            <a:ext cx="209397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/ Deeplink буцаах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1417320" y="2843784"/>
            <a:ext cx="2240280" cy="0"/>
          </a:xfrm>
          <a:prstGeom prst="line">
            <a:avLst/>
          </a:prstGeom>
          <a:noFill/>
          <a:ln w="1397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1490472" y="2679192"/>
            <a:ext cx="209397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харуулах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1417320" y="3227832"/>
            <a:ext cx="6720840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490472" y="3063240"/>
            <a:ext cx="657453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уншуулах / deeplink нээх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5897880" y="3611880"/>
            <a:ext cx="2240280" cy="0"/>
          </a:xfrm>
          <a:prstGeom prst="line">
            <a:avLst/>
          </a:prstGeom>
          <a:noFill/>
          <a:ln w="1397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5971032" y="3447288"/>
            <a:ext cx="209397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мэдээлэл авах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5897880" y="3995928"/>
            <a:ext cx="2240280" cy="0"/>
          </a:xfrm>
          <a:prstGeom prst="line">
            <a:avLst/>
          </a:prstGeom>
          <a:noFill/>
          <a:ln w="1397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5971032" y="3831336"/>
            <a:ext cx="209397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Төлбөр хийх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3657600" y="4379976"/>
            <a:ext cx="2240280" cy="0"/>
          </a:xfrm>
          <a:prstGeom prst="line">
            <a:avLst/>
          </a:prstGeom>
          <a:noFill/>
          <a:ln w="1397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3730752" y="4215384"/>
            <a:ext cx="209397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 / payment result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3657600" y="4764024"/>
            <a:ext cx="6720840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3730752" y="4599432"/>
            <a:ext cx="657453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booking + sound notif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3657600" y="5148072"/>
            <a:ext cx="6720840" cy="0"/>
          </a:xfrm>
          <a:prstGeom prst="line">
            <a:avLst/>
          </a:prstGeom>
          <a:noFill/>
          <a:ln w="1397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35" name="Text 33"/>
          <p:cNvSpPr/>
          <p:nvPr/>
        </p:nvSpPr>
        <p:spPr>
          <a:xfrm>
            <a:off x="3730752" y="4983480"/>
            <a:ext cx="657453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 → PLAYING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548640" y="6016752"/>
            <a:ext cx="11064240" cy="402336"/>
          </a:xfrm>
          <a:prstGeom prst="roundRect">
            <a:avLst>
              <a:gd name="adj" fmla="val 9091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6108192"/>
            <a:ext cx="105613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Төлбөр төлөгдсөн үед seat WAITING, staff check-in хийсний дараа PLAYING болно.</a:t>
            </a:r>
            <a:endParaRPr lang="en-US" sz="8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55680" y="20116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cost ба production төлөвлөгөө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4617720" cy="621792"/>
          </a:xfrm>
          <a:prstGeom prst="roundRect">
            <a:avLst>
              <a:gd name="adj" fmla="val 7353"/>
            </a:avLst>
          </a:prstGeom>
          <a:solidFill>
            <a:srgbClr val="050505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7276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/ диплом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14600" y="1563624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0₮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" y="1792224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Free + Supabase Free + Clerk dev + mock QPay</a:t>
            </a:r>
            <a:endParaRPr lang="en-US" sz="77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46177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414016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production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2404872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~80k-180k₮/сар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" y="2633472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Pro эсвэл Render + Supabase Pro + domain</a:t>
            </a:r>
            <a:endParaRPr lang="en-US" sz="770" dirty="0"/>
          </a:p>
        </p:txBody>
      </p:sp>
      <p:sp>
        <p:nvSpPr>
          <p:cNvPr id="14" name="Shape 12"/>
          <p:cNvSpPr/>
          <p:nvPr/>
        </p:nvSpPr>
        <p:spPr>
          <a:xfrm>
            <a:off x="640080" y="3145536"/>
            <a:ext cx="46177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255264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14600" y="324612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~250k-600k₮/сар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" y="3474720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DB, backups, monitoring, persistent worker/socket</a:t>
            </a:r>
            <a:endParaRPr lang="en-US" sz="770" dirty="0"/>
          </a:p>
        </p:txBody>
      </p:sp>
      <p:sp>
        <p:nvSpPr>
          <p:cNvPr id="18" name="Shape 16"/>
          <p:cNvSpPr/>
          <p:nvPr/>
        </p:nvSpPr>
        <p:spPr>
          <a:xfrm>
            <a:off x="640080" y="3986784"/>
            <a:ext cx="46177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409651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14600" y="4087368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" y="4315968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VPS/Hetzner, dedicated DB, observability, SLA</a:t>
            </a:r>
            <a:endParaRPr lang="en-US" sz="770" dirty="0"/>
          </a:p>
        </p:txBody>
      </p:sp>
      <p:sp>
        <p:nvSpPr>
          <p:cNvPr id="22" name="Shape 20"/>
          <p:cNvSpPr/>
          <p:nvPr/>
        </p:nvSpPr>
        <p:spPr>
          <a:xfrm>
            <a:off x="5897880" y="162763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08192" y="1527048"/>
            <a:ext cx="5257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нь demo-д хангалттай боловч cold start болон realtime delay гарч болно.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97880" y="234086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08192" y="2240280"/>
            <a:ext cx="5257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Production-д хамгийн түрүүнд Supabase Pro, Vercel/Render paid plan, domain, monitoring хэрэгтэй.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97880" y="305409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08192" y="2953512"/>
            <a:ext cx="5257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critical бол Supabase Realtime + fallback polling, эсвэл тусдаа persistent socket worker ашиглана.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97880" y="376732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08192" y="3666744"/>
            <a:ext cx="5257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Зардал нь хэрэглэгч/center/booking-ийн тооноос өснө. Эхний MVP-д server cost бага хэвээр байна.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97880" y="4709160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5010912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cost бага, production hardening үед зардал үе шаттай нэмэгдэнэ.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55680" y="20116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78308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95528" y="213969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26771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App Router, React, Tailwind CSS, responsive owner/player UI.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343400" y="160020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78308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44568" y="213969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226771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handlers, Zod validation, role guard, CSRF, rate limit.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092440" y="160020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178308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93608" y="213969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3608" y="226771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PostgreSQL, Prisma ORM, relational schema.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94360" y="347472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365760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5528" y="401421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4223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Clerk email auth + legacy seeded demo login support.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4343400" y="347472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44568" y="365760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44568" y="401421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414223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Realtime + fallback polling + optional socket server.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8092440" y="347472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93608" y="365760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93608" y="401421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14223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free tier + Supabase free tier demo environment.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55680" y="20116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78308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95528" y="213969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26771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Role, balance, no-show, restriction, auth profile.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343400" y="160020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78308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PCCenter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44568" y="213969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226771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Owner, address, images, policy, subscription limits.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092440" y="160020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178308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Seat/Floor/Type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93608" y="213969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3608" y="226771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Status, price, map position, realtime update.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94360" y="347472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365760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5528" y="401421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4223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range, payment status, booking seats relation.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4343400" y="347472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44568" y="365760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WalletTopUp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44568" y="401421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414223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QPay invoice, paid status, balance increment history.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8092440" y="347472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93608" y="365760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93608" y="401421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14223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Teams, members, matches, score, winner progression.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55680" y="20116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ба Staff workflow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61848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center нэмнэ, seat map/layout тохируулна, staff бүртгэнэ.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658368" y="223113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2140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төлбөр төлөөд booking хиймэгц owner/staff дээр WAITING seat харагдана.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658368" y="284378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34056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seat дээр дарвал customer name, phone, booking code, time, paid amount гарна.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658368" y="345643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346704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Хэрэглэгч ирэхэд CHECK-IN дарж PLAYING болгоно.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658368" y="406908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959352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Ирээгүй бол NO-SHOW дарж seat release болон customer risk update хийнэ.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8275320" y="169164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2057400"/>
            <a:ext cx="2697480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Бодит PC center-ийн өдөр тутмын operation flow-г дуурайсан.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0" y="3950208"/>
            <a:ext cx="109728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55680" y="20116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 систем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61848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tournament үүсгэнэ: game, team size, max teams, entry fee, prize pool.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658368" y="223113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2140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Player/team public page дээр багийн нэр, тоглогчдын нэрээр бүртгүүлнэ.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658368" y="284378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34056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paid бол team registration confirmed болно.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658368" y="345643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346704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bracket generate хийж score, winner, match status засна.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658368" y="406908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959352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сонгоход дараагийн round руу автоматаар дамжуулах logic байна.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8275320" y="169164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2057400"/>
            <a:ext cx="2697480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системээс гадна tournament feature нь төслийг илүү ялгаруулна.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0" y="3950208"/>
            <a:ext cx="109728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55680" y="20116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polish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61848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pages дээр light/dark operational console style.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658368" y="223113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2140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animation, card hover, responsive layout, mobile visibility сайжруулсан.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658368" y="284378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34056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flow: SELECT → confirm payment → owner activation.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658368" y="345643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346704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creation: center assignment, permission toggle, readable form state.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658368" y="406908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959352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map дээр booking detail modal, sound notification, live status legend.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8275320" y="169164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2057400"/>
            <a:ext cx="2697480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дээр эхний сэтгэгдлийг UI/UX авч явна.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0" y="3950208"/>
            <a:ext cx="109728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55680" y="20116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хийх дараалал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61848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Home: center/event/tournament entry харуулна.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658368" y="223113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2140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Player: center detail дээр seat сонгож QPay/wallet payment хийж booking үүсгэнэ.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658368" y="284378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34056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Owner dashboard: realtime WAITING seat, sound notification, booking detail modal харуулна.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658368" y="345643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346704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Staff: check-in хийж seat PLAYING болж өөрчлөгдөхийг харуулна.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658368" y="406908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959352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Wallet: profile дээр QPay top-up хийж balance нэмэгдэхийг харуулна.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658368" y="468172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57200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Tournament: team registration болон bracket editor харуулна.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8275320" y="169164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49640" y="2057400"/>
            <a:ext cx="2697480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flow-оо түрүүлж харуулаад, дараа нь architecture тайлбарлана.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326880" y="3950208"/>
            <a:ext cx="109728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55680" y="20116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ба баталгаажуулалт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61848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check: npx tsc --noEmit амжилттай.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658368" y="223113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2140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build: npm run build амжилттай.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658368" y="284378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34056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DB schema sync: Prisma db push ашигласан.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658368" y="345643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346704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flows: auth, booking, payment, wallet, owner/staff, tournament ажиллаж байна.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658368" y="406908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959352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latency-г realtime + 4 секунд fallback polling-р demo-д тогтвортой болгосон.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8275320" y="169164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2057400"/>
            <a:ext cx="2697480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Энэ нь зөвхөн mock UI биш, ажилладаг full-stack дипломын систем.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0" y="3950208"/>
            <a:ext cx="109728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55680" y="20116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Цаашдын хөгжүүлэлт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61848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QPay production credential, webhook security, ebarimt бүрэн тохируулах.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658368" y="223113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2140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E2E tests: booking, payment, check-in, tournament.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658368" y="284378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34056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report/export, detailed finance ledger, wallet transaction history.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658368" y="345643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346704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Monitoring, error tracking, DB backup policy.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658368" y="406908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959352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Supabase/Vercel plan ашиглаж latency болон cold start бууруулах.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8275320" y="169164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2057400"/>
            <a:ext cx="2697480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demo-ready. Production-д hardening ба monitoring phase хэрэгтэй.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0" y="3950208"/>
            <a:ext cx="109728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55680" y="20116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Дүгнэлт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61848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нь PC center-ийн бодит workflow-г digital болгох full-stack систем.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658368" y="223113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2140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booking, payment, wallet, realtime operation, staff workflow, tournament bracket нэг дор ажиллана.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658368" y="284378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34056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Owner/staff/player role бүрт тусдаа хэрэгцээнд нь тохирсон interface бэлэн.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658368" y="345643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346704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Диплом хамгаалалтад core feature, architecture, demo flow хангалттай түвшинд бэлтгэгдсэн.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8275320" y="169164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2057400"/>
            <a:ext cx="2697480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· Book. Pay. Check-in. Play.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326880" y="3950208"/>
            <a:ext cx="109728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Reihen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Reihen Diplom Defense FINAL</dc:title>
  <dc:subject>Diploma defense</dc:subject>
  <dc:creator>Reihen</dc:creator>
  <cp:lastModifiedBy>Reihen</cp:lastModifiedBy>
  <cp:revision>1</cp:revision>
  <dcterms:created xsi:type="dcterms:W3CDTF">2026-05-17T07:54:32Z</dcterms:created>
  <dcterms:modified xsi:type="dcterms:W3CDTF">2026-05-17T07:54:32Z</dcterms:modified>
</cp:coreProperties>
</file>