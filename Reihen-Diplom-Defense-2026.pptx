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хамгаалалтын танилцуулга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Center-ийн захиалга, суудал, ажилтан, төлбөр, тэмцээний удирдлагын систем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886200"/>
            <a:ext cx="21945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17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Prisma · Supabase PostgreSQL · Supabase Realtime · Vercel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Судалгааны асуудал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 дахь PC center-үүдийн захиалга ихэнхдээ утас, чат, эсвэл очиж авах хэлбэртэй.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давхцал, цаг буруу тэмдэглэх, no-show бүртгэл алдагдах эрсдэлтэй.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бодит цагийн суудал, орлого, захиалга, staff үйлдлийг нэг dashboard-оос харах боломж муу.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Тэмцээн зохион байгуулах, баг бүртгэх, bracket хөтлөх workflow тусдаа явдаг.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Нэг системээр booking + operation + tournament workflow-г нэгтгэнэ.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Төслийн зорилго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Player: сул суудал харж, цаг сонгон, онлайн захиалах.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center, seat map, staff, booking, tournament, review, subscription удирдах.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check-in/no-show, суудлын төлөв, тухайн center-ийн booking харах.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Public: events/tournaments үзэх, баг бүртгүүлэх, bracket харах.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Role-based: Owner · Staff · Player · Admin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Одоо ажиллаж байгаа гол функцууд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booking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 сонгох, цаг авах, QPay mock/balance төлбөр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seats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028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ашиглан refresh хийхгүйгээр seat status шинэчлэгдэнэ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console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8504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Орлого, booking, center, layout, staff, review, subscription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Check-in, no-show, seat status update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028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 бүртгэл, төлбөр, bracket editor, public bracket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8504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animation, responsive owner UI, mobile dashboard visibility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архитектур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EFEFEB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2996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React, Tailwind CSS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32888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80360" y="182880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202996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4952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Handlers, Zod validation, role guard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73168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EFEFEB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202996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ORM, Supabase PostgreSQL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13448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60920" y="182880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202996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25512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Realtime table subscriptions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53728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1200" y="1828800"/>
            <a:ext cx="1874520" cy="2971800"/>
          </a:xfrm>
          <a:prstGeom prst="roundRect">
            <a:avLst>
              <a:gd name="adj" fmla="val 3902"/>
            </a:avLst>
          </a:prstGeom>
          <a:solidFill>
            <a:srgbClr val="EFEFEB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0928" y="202996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5792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Supabase free tier demo setup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auth, profile, balance, restriction/no-show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PCCenter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028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address, images, policy, subscription limits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Seat/Floor/Type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8504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price, layout position, realtime update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range, payment, status, booking seats relation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028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assignment, permission toggles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8504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members, matches, scores, winners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шийдэл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table update event-ийг centerId filter-тэй сонсоно.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Booking/check-in/cancel/no-show үед суудлын төлөв өөрчлөгдөхөд UI шууд шинэчлэгдэнэ.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TournamentMatch, TournamentTeam дээр realtime нэмэх боломжтой бүтэц бэлэн.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cold start нь realtime socket-д биш API request-д илүү мэдрэгдэнэ.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3425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3367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үед fallback refresh, optimistic UI хэрэглэхээр demo тогтвортой харагдана.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шаардахгүй seat map бол demo-ийн хамгийн хүчтэй хэсэг.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&amp; bracket editor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тэмцээн үүсгэнэ: game, team size, max teams, entry fee, prize pool.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Багууд public tournament page дээр нэр болон тоглогчдын нэрээр бүртгүүлнэ.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bracket generate хийж, team A/B slot, score, status, winner-ийг гараар засна.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сонгоход дараагийн round руу автоматаар дамжуулах backend logic ажиллана.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3425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3367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page дээр bracket live board маягаар харагдана.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demo-д tournament feature нь ялгарах нэмэлт давуу тал.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сайжруулалт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console light/dark theme нэг стандарттай болсон.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card, form field, button бүгд smooth transition-тэй болсон.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create flow дээр input visibility, create button, center assignment засагдсан.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editor дээр seat байрлуулах, 5v5/1v1 auto arrange, drag/select flow ажиллана.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3425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3367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дээр dashboard/event/tournament navigation харагдах байдлыг сайжруулсан.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demo дээр first impression-ийг owner pages авч явна.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өгөгдөл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PC center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028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суудал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928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85048" y="225856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40487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demo booking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review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028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tournament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566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7673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85048" y="4133088"/>
            <a:ext cx="685800" cy="320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427939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Staff, Player, Admin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login accounts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0704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013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80136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1801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10607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682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36829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oyunbaatar@reihen.mn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3682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owner123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25496"/>
            <a:ext cx="10607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352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93522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sarnai@reihen.mn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2935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owner123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92424"/>
            <a:ext cx="10607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021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35021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tulgaa@reihen.mn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35021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staff123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59352"/>
            <a:ext cx="10607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69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0690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demo@reihen.mn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4069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demo123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526280"/>
            <a:ext cx="10607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360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46360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admin@reihen.mn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46360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admin123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хийх дараалал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Home/centers: center list, event/tournament entry харуулах.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Center detail: seat map, realtime status, booking flow харуулах.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Owner dashboard: орлого, bookings, seat map, layout editor.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Staff: check-in/no-show, seat status permission.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3425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3367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Tournament: team registration, bracket editor, public bracket.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9262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9204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Build/test: production build pass болсон гэдгийг хэлэх.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Хамгийн түрүүнд working flow харуул, дараа нь architecture тайлбарла.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ба performance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free tier дээр cold start гарч болно. Энэ нь анхны API call дээр илүү мэдрэгдэнэ.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free tier дээр realtime ажиллах боловч latency paid tier шиг тогтмол биш.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Query-г багасгах, cache, lazy load, dynamic import, optimistic UI ашигласан.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Production-д paid Supabase/Vercel, region alignment, monitoring нэмэх шаардлагатай.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demo-д free tier хангалттай, production-д scaling plan хэрэгтэй.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Шалгалт ба баталгаажуулалт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compile: npx tsc --noEmit амжилттай.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build: npm run build амжилттай.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schema болон seed data Supabase дээр push/seed хийсэн.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flows: auth, booking, owner/staff, tournament, bracket build дээр унахгүй.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 нь зөвхөн mock UI биш, ажилладаг full-stack system.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Цаашдын хөгжүүлэлт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QPay production credential + webhook URL бүрэн тохируулах.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bracket realtime subscription нэмж public bracket-ийг шууд шинэчлэх.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E2E tests: booking, payment, staff, tournament.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moderation panel, audit log, report export.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34256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3367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monitoring, error tracking, database backup policy.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demo-ready, production-д hardening phase хэрэгтэй.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нь PC center-ийн бодит workflow-г digital болгох full-stack систем.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5856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realtime seat, owner/staff operation, tournament bracket нэг дор ажиллаж байна.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1693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Supabase дээр deploy хийх боломжтой modern architecture ашигласан.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731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75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хамгаалалтад core feature, architecture, demo flow хангалттай түвшинд бэлэн.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5740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· Book. Play. Win.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98280" y="4069080"/>
            <a:ext cx="1371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Reihen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Reihen Diplom Defense 2026</dc:title>
  <dc:subject>Diploma defense presentation</dc:subject>
  <dc:creator>Reihen</dc:creator>
  <cp:lastModifiedBy>Reihen</cp:lastModifiedBy>
  <cp:revision>1</cp:revision>
  <dcterms:created xsi:type="dcterms:W3CDTF">2026-05-15T03:06:17Z</dcterms:created>
  <dcterms:modified xsi:type="dcterms:W3CDTF">2026-05-15T03:06:17Z</dcterms:modified>
</cp:coreProperties>
</file>