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1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87168" y="484632"/>
            <a:ext cx="9144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kern="0" spc="15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623560" y="484632"/>
            <a:ext cx="2240280" cy="731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630" b="1" kern="0" spc="15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    EVENTS     LOGIN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68580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хамгаалалтын танилцуулга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0" b="1" kern="0" spc="-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тоглоомын төвийн суудал захиалга, төлбөр, owner/staff удирдлага, tournament bracket систем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21945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199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Prisma · Supabase PostgreSQL · Supabase Realtime · Clerk · Vercel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 дахь PC center-үүдийн захиалга ихэнхдээ утас, чат эсвэл очиж цаг авах хэлбэртэй.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давхцал, төлбөр баталгаажаагүй захиалга, no-show бүртгэл алдагдах эрсдэлтэй.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болон staff нь суудал, захиалга, орлого, үйлдлийг нэг dashboard-оос real-time харах боломж муу.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зохион байгуулах, баг бүртгэх, bracket хөтлөх workflow тусдаа явдаг.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платформоор booking + operation + tournament workflow-г нэгтгэнэ.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Төслийн зорилго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Player: сул суудал харах, цаг сонгох, QPay/wallet balance-аар захиалах.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center, суудлын map, staff, booking, review, subscription, tournament удирдах.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check-in, no-show, суудлын төлөв өөрчлөх, тухайн center-ийн booking харах.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Public: centers, events, tournaments, bracket болон team registration харах.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system: Player · Owner · Staff · Admin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боломжууд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59436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9552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 сонгох, цаг авах, төлбөр төлөх, давхцал шалгах.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434340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4456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seat status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54456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4456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→ WAITING → PLAYING төлөв owner/staff/player талд sync хийнэ.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809244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9360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829360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9360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Орлого, booking, live seat map, customer risk, audit log.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59436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workflow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9552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52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Check-in, no-show, seat status, center assignment permission.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434340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4456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top-up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454456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4456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QPay-р balance цэнэглээд booking-д ашиглах боломж.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809244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9360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bracket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829360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9360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registration, payment, bracket editor, public bracket.</a:t>
            </a:r>
            <a:endParaRPr lang="en-US" sz="9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төлөвийн бизнес логик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Захиалах боломжтой сул суудал.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WAITING: Төлбөр төлөгдсөн, хэрэглэгч ирээгүй байгаа захиалга.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PLAYING: Owner/staff check-in хийсний дараа тоглож байгаа төлөв.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REPAIR/CLOSED: Owner/staff гараар хаасан эсвэл засвартай суудал.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нь WAITING эсвэл PLAYING суудал дээр дарж booking detail modal харна.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 төлөгдсөнөөр PLAYING болохгүй. Check-in хийсний дараа PLAYING болно.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шийдэл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publication дээр Seat болон Booking table нэмсэн.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update event centerId filter-ээр сонсож UI-г refresh дарахгүй шинэчилнэ.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realtime event ирэхэд owner/staff dashboard шинэ booking-г татна.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notification sound: owner/staff SOUND ON болгосны дараа шинэ booking дээр beep тоглоно.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дээр event delay гарвал 4 секундийн fallback polling sync хийнэ.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+ fallback polling = диплом demo дээр тогтвортой харагдана.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ба wallet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payment: QPay invoice эсвэл wallet balance.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top-up: Profile дээр amount сонгоод QPay-р цэнэглэнэ.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callback төлбөрийг шалгаад WalletTopUp-г PAID болгож User.balance нэмнэ.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payment нь transaction + row lock ашиглаж double-spend эрсдэлээс хамгаална.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logic: booking cancel үед eligible бол balance/QPay refund abstraction ашиглана.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 mock QPay, production mode real QPay credential нэмэх боломжтой.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flow: суудал захиалга ба QPay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50292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41732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систем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89788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Банкны апп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13816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64040" y="1234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Staff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378440" y="1554480"/>
            <a:ext cx="0" cy="4526280"/>
          </a:xfrm>
          <a:prstGeom prst="line">
            <a:avLst/>
          </a:prstGeom>
          <a:noFill/>
          <a:ln w="12700">
            <a:solidFill>
              <a:srgbClr val="D8D8D0">
                <a:alpha val="8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17320" y="1691640"/>
            <a:ext cx="224028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1490472" y="1527048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 + цаг сонгох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657600" y="2075688"/>
            <a:ext cx="224028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3730752" y="1911096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invoice/create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3657600" y="2459736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74" name="Text 72"/>
          <p:cNvSpPr/>
          <p:nvPr/>
        </p:nvSpPr>
        <p:spPr>
          <a:xfrm>
            <a:off x="3730752" y="2295144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/ Deeplink буцаах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1417320" y="2843784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76" name="Text 74"/>
          <p:cNvSpPr/>
          <p:nvPr/>
        </p:nvSpPr>
        <p:spPr>
          <a:xfrm>
            <a:off x="1490472" y="2679192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харуулах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1417320" y="3227832"/>
            <a:ext cx="672084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1490472" y="3063240"/>
            <a:ext cx="6574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уншуулах / deeplink нээх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5897880" y="3611880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80" name="Text 78"/>
          <p:cNvSpPr/>
          <p:nvPr/>
        </p:nvSpPr>
        <p:spPr>
          <a:xfrm>
            <a:off x="5971032" y="3447288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мэдээлэл авах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5897880" y="3995928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82" name="Text 80"/>
          <p:cNvSpPr/>
          <p:nvPr/>
        </p:nvSpPr>
        <p:spPr>
          <a:xfrm>
            <a:off x="5971032" y="3831336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 хийх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3657600" y="4379976"/>
            <a:ext cx="224028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84" name="Text 82"/>
          <p:cNvSpPr/>
          <p:nvPr/>
        </p:nvSpPr>
        <p:spPr>
          <a:xfrm>
            <a:off x="3730752" y="4215384"/>
            <a:ext cx="209397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/ payment result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3657600" y="4764024"/>
            <a:ext cx="6720840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  <a:headEnd type="none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3730752" y="4599432"/>
            <a:ext cx="6574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booking + sound notif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3657600" y="5148072"/>
            <a:ext cx="6720840" cy="0"/>
          </a:xfrm>
          <a:prstGeom prst="line">
            <a:avLst/>
          </a:prstGeom>
          <a:noFill/>
          <a:ln w="1397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88" name="Text 86"/>
          <p:cNvSpPr/>
          <p:nvPr/>
        </p:nvSpPr>
        <p:spPr>
          <a:xfrm>
            <a:off x="3730752" y="4983480"/>
            <a:ext cx="657453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→ PLAYING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548640" y="6016752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" y="6108192"/>
            <a:ext cx="10561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 төлөгдсөн үед seat WAITING, staff check-in хийсний дараа PLAYING болно.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cost ба production төлөвлөгөө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40080" y="1463040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050505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15727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диплом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514600" y="1563624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0₮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41248" y="179222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Free + Supabase Free + Clerk dev + mock QPay</a:t>
            </a:r>
            <a:endParaRPr lang="en-US" sz="770" dirty="0"/>
          </a:p>
        </p:txBody>
      </p:sp>
      <p:sp>
        <p:nvSpPr>
          <p:cNvPr id="63" name="Shape 61"/>
          <p:cNvSpPr/>
          <p:nvPr/>
        </p:nvSpPr>
        <p:spPr>
          <a:xfrm>
            <a:off x="640080" y="2304288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241401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production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514600" y="2404872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~80k-180k₮/сар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41248" y="263347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Pro эсвэл Render + Supabase Pro + domain</a:t>
            </a:r>
            <a:endParaRPr lang="en-US" sz="770" dirty="0"/>
          </a:p>
        </p:txBody>
      </p:sp>
      <p:sp>
        <p:nvSpPr>
          <p:cNvPr id="67" name="Shape 65"/>
          <p:cNvSpPr/>
          <p:nvPr/>
        </p:nvSpPr>
        <p:spPr>
          <a:xfrm>
            <a:off x="640080" y="3145536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" y="325526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514600" y="324612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~250k-600k₮/сар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41248" y="347472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DB, backups, monitoring, persistent worker/socket</a:t>
            </a:r>
            <a:endParaRPr lang="en-US" sz="770" dirty="0"/>
          </a:p>
        </p:txBody>
      </p:sp>
      <p:sp>
        <p:nvSpPr>
          <p:cNvPr id="71" name="Shape 69"/>
          <p:cNvSpPr/>
          <p:nvPr/>
        </p:nvSpPr>
        <p:spPr>
          <a:xfrm>
            <a:off x="640080" y="3986784"/>
            <a:ext cx="46177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" y="40965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514600" y="40873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41248" y="431596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VPS/Hetzner, dedicated DB, observability, SLA</a:t>
            </a:r>
            <a:endParaRPr lang="en-US" sz="770" dirty="0"/>
          </a:p>
        </p:txBody>
      </p:sp>
      <p:sp>
        <p:nvSpPr>
          <p:cNvPr id="75" name="Shape 73"/>
          <p:cNvSpPr/>
          <p:nvPr/>
        </p:nvSpPr>
        <p:spPr>
          <a:xfrm>
            <a:off x="5897880" y="16276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08192" y="1527048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нь demo-д хангалттай боловч cold start болон realtime delay гарч болно.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897880" y="234086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08192" y="224028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Production-д хамгийн түрүүнд Supabase Pro, Vercel/Render paid plan, domain, monitoring хэрэгтэй.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897880" y="305409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08192" y="2953512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critical бол Supabase Realtime + fallback polling, эсвэл тусдаа persistent socket worker ашиглана.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897880" y="376732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08192" y="3666744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Зардал нь хэрэглэгч/center/booking-ийн тооноос өснө. Эхний MVP-д server cost бага хэвээр байна.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897880" y="470916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72200" y="501091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cost бага, production hardening үед зардал үе шаттай нэмэгдэнэ.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59436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9552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React, Tailwind CSS, responsive owner/player UI.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434340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4456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54456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4456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handlers, Zod validation, role guard, CSRF, rate limit.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809244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9360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829360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9360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PostgreSQL, Prisma ORM, relational schema.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59436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9552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52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email auth + legacy seeded demo login support.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434340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4456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454456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4456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+ fallback polling + optional socket server.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809244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9360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829360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9360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free tier + Supabase free tier demo environment.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59436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9552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balance, no-show, restriction, auth profile.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434340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4456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54456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4456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address, images, policy, subscription limits.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8092440" y="16002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93608" y="17830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Seat/Floor/Type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8293608" y="213969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93608" y="226771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price, map position, realtime update.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59436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9552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52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range, payment status, booking seats relation.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434340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4456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WalletTopUp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454456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4456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invoice, paid status, balance increment history.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8092440" y="347472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93608" y="365760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8293608" y="4014216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93608" y="414223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members, matches, score, winner progression.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ба Staff workflow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center нэмнэ, seat map/layout тохируулна, staff бүртгэнэ.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төлбөр төлөөд booking хиймэгц owner/staff дээр WAITING seat харагдана.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seat дээр дарвал customer name, phone, booking code, time, paid amount гарна.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 ирэхэд CHECK-IN дарж PLAYING болгоно.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Ирээгүй бол NO-SHOW дарж seat release болон customer risk update хийнэ.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Бодит PC center-ийн өдөр тутмын operation flow-г дуурайсан.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систем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tournament үүсгэнэ: game, team size, max teams, entry fee, prize pool.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Player/team public page дээр багийн нэр, тоглогчдын нэрээр бүртгүүлнэ.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paid бол team registration confirmed болно.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bracket generate хийж score, winner, match status засна.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сонгоход дараагийн round руу автоматаар дамжуулах logic байна.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системээс гадна tournament feature нь төслийг илүү ялгаруулна.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polish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pages дээр light/dark operational console style.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animation, card hover, responsive layout, mobile visibility сайжруулсан.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flow: SELECT → confirm payment → owner activation.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creation: center assignment, permission toggle, readable form state.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map дээр booking detail modal, sound notification, live status legend.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дээр эхний сэтгэгдлийг UI/UX авч явна.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хийх дараалал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Home: center/event/tournament entry харуулна.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Player: center detail дээр seat сонгож QPay/wallet payment хийж booking үүсгэнэ.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Owner dashboard: realtime WAITING seat, sound notification, booking detail modal харуулна.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Staff: check-in хийж seat PLAYING болж өөрчлөгдөхийг харуулна.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Wallet: profile дээр QPay top-up хийж balance нэмэгдэхийг харуулна.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658368" y="468172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8680" y="457200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Tournament: team registration болон bracket editor харуулна.</a:t>
            </a:r>
            <a:endParaRPr lang="en-US" sz="1240" dirty="0"/>
          </a:p>
        </p:txBody>
      </p:sp>
      <p:sp>
        <p:nvSpPr>
          <p:cNvPr id="71" name="Shape 69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flow-оо түрүүлж харуулаад, дараа нь architecture тайлбарлана.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ба баталгаажуулалт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check: npx tsc --noEmit амжилттай.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build: npm run build амжилттай.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DB schema sync: Prisma db push ашигласан.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flows: auth, booking, payment, wallet, owner/staff, tournament ажиллаж байна.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latency-г realtime + 4 секунд fallback polling-р demo-д тогтвортой болгосон.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 нь зөвхөн mock UI биш, ажилладаг full-stack дипломын систем.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Цаашдын хөгжүүлэлт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QPay production credential, webhook security, ebarimt бүрэн тохируулах.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E2E tests: booking, payment, check-in, tournament.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report/export, detailed finance ledger, wallet transaction history.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error tracking, DB backup policy.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658368" y="406908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" y="3959352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Supabase/Vercel plan ашиглаж latency болон cold start бууруулах.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demo-ready. Production-д hardening ба monitoring phase хэрэгтэй.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712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277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951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842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189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5080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2863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06456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45368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84280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23192" y="73152"/>
            <a:ext cx="0" cy="6629400"/>
          </a:xfrm>
          <a:prstGeom prst="line">
            <a:avLst/>
          </a:prstGeom>
          <a:noFill/>
          <a:ln w="4445">
            <a:solidFill>
              <a:srgbClr val="D8D8D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8503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19786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5453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18928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2402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5877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3522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63016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6725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50200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536752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7150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06247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4099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164592"/>
            <a:ext cx="11292840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0505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283464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283464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" y="283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2651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680" b="1" kern="0" spc="1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reihen.vercel.app / owner dashboard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498080" y="265176"/>
            <a:ext cx="502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92440" y="265176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69680" y="265176"/>
            <a:ext cx="960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0378440" y="21945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61320" y="292608"/>
            <a:ext cx="713232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658368" y="16184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15087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PC center-ийн бодит workflow-г digital болгох full-stack систем.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658368" y="223113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212140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booking, payment, wallet, realtime operation, staff workflow, tournament bracket нэг дор ажиллана.</a:t>
            </a:r>
            <a:endParaRPr lang="en-US" sz="1240" dirty="0"/>
          </a:p>
        </p:txBody>
      </p:sp>
      <p:sp>
        <p:nvSpPr>
          <p:cNvPr id="63" name="Shape 61"/>
          <p:cNvSpPr/>
          <p:nvPr/>
        </p:nvSpPr>
        <p:spPr>
          <a:xfrm>
            <a:off x="658368" y="2843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2734056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Owner/staff/player role бүрт тусдаа хэрэгцээнд нь тохирсон interface бэлэн.</a:t>
            </a:r>
            <a:endParaRPr lang="en-US" sz="1240" dirty="0"/>
          </a:p>
        </p:txBody>
      </p:sp>
      <p:sp>
        <p:nvSpPr>
          <p:cNvPr id="65" name="Shape 63"/>
          <p:cNvSpPr/>
          <p:nvPr/>
        </p:nvSpPr>
        <p:spPr>
          <a:xfrm>
            <a:off x="658368" y="345643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3346704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хамгаалалтад core feature, architecture, demo flow хангалттай түвшинд бэлтгэгдсэн.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8275320" y="169164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49640" y="205740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· Book. Pay. Check-in. Play.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326880" y="3950208"/>
            <a:ext cx="1097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1460</Words>
  <Application>Microsoft Office PowerPoint</Application>
  <PresentationFormat>Widescreen</PresentationFormat>
  <Paragraphs>265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Reihen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Diplom Defense FINAL</dc:title>
  <dc:subject>Diploma defense</dc:subject>
  <dc:creator>Reihen</dc:creator>
  <cp:lastModifiedBy>User</cp:lastModifiedBy>
  <cp:revision>3</cp:revision>
  <dcterms:created xsi:type="dcterms:W3CDTF">2026-05-17T07:59:44Z</dcterms:created>
  <dcterms:modified xsi:type="dcterms:W3CDTF">2026-05-17T08:51:08Z</dcterms:modified>
</cp:coreProperties>
</file>