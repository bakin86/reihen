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6A6C-603A-4EC7-9DCF-E64C7463F58F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4578-75F7-4F0D-B006-37F01A379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03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6A6C-603A-4EC7-9DCF-E64C7463F58F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4578-75F7-4F0D-B006-37F01A379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8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6A6C-603A-4EC7-9DCF-E64C7463F58F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4578-75F7-4F0D-B006-37F01A379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22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6A6C-603A-4EC7-9DCF-E64C7463F58F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4578-75F7-4F0D-B006-37F01A379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7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4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6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6A6C-603A-4EC7-9DCF-E64C7463F58F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4578-75F7-4F0D-B006-37F01A379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6A6C-603A-4EC7-9DCF-E64C7463F58F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4578-75F7-4F0D-B006-37F01A379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13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6A6C-603A-4EC7-9DCF-E64C7463F58F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4578-75F7-4F0D-B006-37F01A379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747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6A6C-603A-4EC7-9DCF-E64C7463F58F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4578-75F7-4F0D-B006-37F01A379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83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6A6C-603A-4EC7-9DCF-E64C7463F58F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4578-75F7-4F0D-B006-37F01A379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111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6A6C-603A-4EC7-9DCF-E64C7463F58F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4578-75F7-4F0D-B006-37F01A379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8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6A6C-603A-4EC7-9DCF-E64C7463F58F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4578-75F7-4F0D-B006-37F01A379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87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B6A6C-603A-4EC7-9DCF-E64C7463F58F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84578-75F7-4F0D-B006-37F01A379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96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736600"/>
            <a:ext cx="12192000" cy="76200"/>
          </a:xfrm>
          <a:prstGeom prst="rect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3400" y="177800"/>
            <a:ext cx="279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00" smtClean="0">
                <a:solidFill>
                  <a:srgbClr val="FFFFFF"/>
                </a:solidFill>
                <a:latin typeface="Arial" panose="020B0604020202020204" pitchFamily="34" charset="0"/>
              </a:rPr>
              <a:t>REIHEN</a:t>
            </a:r>
            <a:endParaRPr lang="en-US" sz="1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2800" y="1219200"/>
            <a:ext cx="10414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400" smtClean="0">
                <a:solidFill>
                  <a:srgbClr val="000000"/>
                </a:solidFill>
                <a:latin typeface="Arial" panose="020B0604020202020204" pitchFamily="34" charset="0"/>
              </a:rPr>
              <a:t>REIHEN</a:t>
            </a:r>
            <a:endParaRPr lang="en-US" sz="3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2032000"/>
            <a:ext cx="1016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smtClean="0">
                <a:solidFill>
                  <a:srgbClr val="404040"/>
                </a:solidFill>
                <a:latin typeface="Arial" panose="020B0604020202020204" pitchFamily="34" charset="0"/>
              </a:rPr>
              <a:t>PC </a:t>
            </a:r>
            <a:r>
              <a:rPr lang="mn-MN" sz="1600" smtClean="0">
                <a:solidFill>
                  <a:srgbClr val="404040"/>
                </a:solidFill>
                <a:latin typeface="Arial" panose="020B0604020202020204" pitchFamily="34" charset="0"/>
              </a:rPr>
              <a:t>тоглоомын төвийн захиалга, суудал, ажилтан, төлбөрийн удирдлагын систем</a:t>
            </a:r>
            <a:endParaRPr lang="en-US" sz="1600">
              <a:solidFill>
                <a:srgbClr val="404040"/>
              </a:solidFill>
              <a:latin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29591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44600" y="28575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Diploma demo project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35560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44600" y="34544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Owner, Staff, Player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гэсэн 3 үндсэн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role-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тэй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41529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44600" y="40513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Бодит хэрэглээнд ойр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mock payment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болон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reset flow-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той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2800" y="6350000"/>
            <a:ext cx="825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de-DE" sz="1000" smtClean="0">
                <a:solidFill>
                  <a:srgbClr val="808080"/>
                </a:solidFill>
                <a:latin typeface="Arial" panose="020B0604020202020204" pitchFamily="34" charset="0"/>
              </a:rPr>
              <a:t>REIHEN · PC Gaming Center Management · Diploma Demo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95000" y="6350000"/>
            <a:ext cx="889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smtClean="0">
                <a:solidFill>
                  <a:srgbClr val="808080"/>
                </a:solidFill>
                <a:latin typeface="Arial" panose="020B0604020202020204" pitchFamily="34" charset="0"/>
              </a:rPr>
              <a:t>1 / 12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990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736600"/>
            <a:ext cx="12192000" cy="76200"/>
          </a:xfrm>
          <a:prstGeom prst="rect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3400" y="177800"/>
            <a:ext cx="279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00" smtClean="0">
                <a:solidFill>
                  <a:srgbClr val="FFFFFF"/>
                </a:solidFill>
                <a:latin typeface="Arial" panose="020B0604020202020204" pitchFamily="34" charset="0"/>
              </a:rPr>
              <a:t>REIHEN</a:t>
            </a:r>
            <a:endParaRPr lang="en-US" sz="1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2800" y="1219200"/>
            <a:ext cx="10414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mn-MN" sz="3400" smtClean="0">
                <a:solidFill>
                  <a:srgbClr val="000000"/>
                </a:solidFill>
                <a:latin typeface="Arial" panose="020B0604020202020204" pitchFamily="34" charset="0"/>
              </a:rPr>
              <a:t>Төслийн зорилго</a:t>
            </a:r>
            <a:endParaRPr lang="en-US" sz="3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2032000"/>
            <a:ext cx="1016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smtClean="0">
                <a:solidFill>
                  <a:srgbClr val="404040"/>
                </a:solidFill>
                <a:latin typeface="Arial" panose="020B0604020202020204" pitchFamily="34" charset="0"/>
              </a:rPr>
              <a:t>PC center-</a:t>
            </a:r>
            <a:r>
              <a:rPr lang="mn-MN" sz="1600" smtClean="0">
                <a:solidFill>
                  <a:srgbClr val="404040"/>
                </a:solidFill>
                <a:latin typeface="Arial" panose="020B0604020202020204" pitchFamily="34" charset="0"/>
              </a:rPr>
              <a:t>ийн өдөр тутмын ажиллагааг нэг системд төвлөрүүлэх.</a:t>
            </a:r>
            <a:endParaRPr lang="en-US" sz="1600">
              <a:solidFill>
                <a:srgbClr val="404040"/>
              </a:solidFill>
              <a:latin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29591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44600" y="28575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Суудлын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availability-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г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real-time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ойлгомжтой харах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35560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44600" y="34544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Захиалга болон төлбөрийн урсгалыг хялбар болгох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41529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44600" y="40513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Owner олон center, staff, customer risk-ээ удирдах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2800" y="6350000"/>
            <a:ext cx="825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de-DE" sz="1000" smtClean="0">
                <a:solidFill>
                  <a:srgbClr val="808080"/>
                </a:solidFill>
                <a:latin typeface="Arial" panose="020B0604020202020204" pitchFamily="34" charset="0"/>
              </a:rPr>
              <a:t>REIHEN · PC Gaming Center Management · Diploma Demo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95000" y="6350000"/>
            <a:ext cx="889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smtClean="0">
                <a:solidFill>
                  <a:srgbClr val="808080"/>
                </a:solidFill>
                <a:latin typeface="Arial" panose="020B0604020202020204" pitchFamily="34" charset="0"/>
              </a:rPr>
              <a:t>2 / 12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072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736600"/>
            <a:ext cx="12192000" cy="76200"/>
          </a:xfrm>
          <a:prstGeom prst="rect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3400" y="177800"/>
            <a:ext cx="279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00" smtClean="0">
                <a:solidFill>
                  <a:srgbClr val="FFFFFF"/>
                </a:solidFill>
                <a:latin typeface="Arial" panose="020B0604020202020204" pitchFamily="34" charset="0"/>
              </a:rPr>
              <a:t>REIHEN</a:t>
            </a:r>
            <a:endParaRPr lang="en-US" sz="1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2800" y="1219200"/>
            <a:ext cx="10414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mn-MN" sz="3400" smtClean="0">
                <a:solidFill>
                  <a:srgbClr val="000000"/>
                </a:solidFill>
                <a:latin typeface="Arial" panose="020B0604020202020204" pitchFamily="34" charset="0"/>
              </a:rPr>
              <a:t>Хэрэглэгчийн </a:t>
            </a:r>
            <a:r>
              <a:rPr lang="en-US" sz="3400" smtClean="0">
                <a:solidFill>
                  <a:srgbClr val="000000"/>
                </a:solidFill>
                <a:latin typeface="Arial" panose="020B0604020202020204" pitchFamily="34" charset="0"/>
              </a:rPr>
              <a:t>Role</a:t>
            </a:r>
            <a:endParaRPr lang="en-US" sz="3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2032000"/>
            <a:ext cx="1016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600" smtClean="0">
                <a:solidFill>
                  <a:srgbClr val="404040"/>
                </a:solidFill>
                <a:latin typeface="Arial" panose="020B0604020202020204" pitchFamily="34" charset="0"/>
              </a:rPr>
              <a:t>Системийн эрхүүдийг тусад нь салгасан.</a:t>
            </a:r>
            <a:endParaRPr lang="en-US" sz="1600">
              <a:solidFill>
                <a:srgbClr val="404040"/>
              </a:solidFill>
              <a:latin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29591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44600" y="28575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Player: center сонгох, seat booking хийх, payment хийх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35560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44600" y="34544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Staff: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өөрт оноогдсон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center-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ийн суудал,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booking status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харах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41529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44600" y="40513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Owner: center, staff, layout, risk customer удирдах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47498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244600" y="46482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Admin: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системийн ерөнхий хяналтын боломжтой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2800" y="6350000"/>
            <a:ext cx="825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de-DE" sz="1000" smtClean="0">
                <a:solidFill>
                  <a:srgbClr val="808080"/>
                </a:solidFill>
                <a:latin typeface="Arial" panose="020B0604020202020204" pitchFamily="34" charset="0"/>
              </a:rPr>
              <a:t>REIHEN · PC Gaming Center Management · Diploma Demo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95000" y="6350000"/>
            <a:ext cx="889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smtClean="0">
                <a:solidFill>
                  <a:srgbClr val="808080"/>
                </a:solidFill>
                <a:latin typeface="Arial" panose="020B0604020202020204" pitchFamily="34" charset="0"/>
              </a:rPr>
              <a:t>3 / 12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805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736600"/>
            <a:ext cx="12192000" cy="76200"/>
          </a:xfrm>
          <a:prstGeom prst="rect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3400" y="177800"/>
            <a:ext cx="279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00" smtClean="0">
                <a:solidFill>
                  <a:srgbClr val="FFFFFF"/>
                </a:solidFill>
                <a:latin typeface="Arial" panose="020B0604020202020204" pitchFamily="34" charset="0"/>
              </a:rPr>
              <a:t>REIHEN</a:t>
            </a:r>
            <a:endParaRPr lang="en-US" sz="1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2800" y="1219200"/>
            <a:ext cx="10414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mn-MN" sz="3400" smtClean="0">
                <a:solidFill>
                  <a:srgbClr val="000000"/>
                </a:solidFill>
                <a:latin typeface="Arial" panose="020B0604020202020204" pitchFamily="34" charset="0"/>
              </a:rPr>
              <a:t>Үндсэн </a:t>
            </a:r>
            <a:r>
              <a:rPr lang="en-US" sz="3400" smtClean="0">
                <a:solidFill>
                  <a:srgbClr val="000000"/>
                </a:solidFill>
                <a:latin typeface="Arial" panose="020B0604020202020204" pitchFamily="34" charset="0"/>
              </a:rPr>
              <a:t>Workflow</a:t>
            </a:r>
            <a:endParaRPr lang="en-US" sz="3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2032000"/>
            <a:ext cx="1016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mn-MN" sz="1600" smtClean="0">
                <a:solidFill>
                  <a:srgbClr val="404040"/>
                </a:solidFill>
                <a:latin typeface="Arial" panose="020B0604020202020204" pitchFamily="34" charset="0"/>
              </a:rPr>
              <a:t>Хэрэглэгч </a:t>
            </a:r>
            <a:r>
              <a:rPr lang="en-US" sz="1600" smtClean="0">
                <a:solidFill>
                  <a:srgbClr val="404040"/>
                </a:solidFill>
                <a:latin typeface="Arial" panose="020B0604020202020204" pitchFamily="34" charset="0"/>
              </a:rPr>
              <a:t>center </a:t>
            </a:r>
            <a:r>
              <a:rPr lang="mn-MN" sz="1600" smtClean="0">
                <a:solidFill>
                  <a:srgbClr val="404040"/>
                </a:solidFill>
                <a:latin typeface="Arial" panose="020B0604020202020204" pitchFamily="34" charset="0"/>
              </a:rPr>
              <a:t>сонгохоос </a:t>
            </a:r>
            <a:r>
              <a:rPr lang="en-US" sz="1600" smtClean="0">
                <a:solidFill>
                  <a:srgbClr val="404040"/>
                </a:solidFill>
                <a:latin typeface="Arial" panose="020B0604020202020204" pitchFamily="34" charset="0"/>
              </a:rPr>
              <a:t>booking </a:t>
            </a:r>
            <a:r>
              <a:rPr lang="mn-MN" sz="1600" smtClean="0">
                <a:solidFill>
                  <a:srgbClr val="404040"/>
                </a:solidFill>
                <a:latin typeface="Arial" panose="020B0604020202020204" pitchFamily="34" charset="0"/>
              </a:rPr>
              <a:t>дуусах хүртэл.</a:t>
            </a:r>
            <a:endParaRPr lang="en-US" sz="1600">
              <a:solidFill>
                <a:srgbClr val="404040"/>
              </a:solidFill>
              <a:latin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29591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44600" y="28575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Center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сонгоно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35560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44600" y="34544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2000" smtClean="0">
                <a:solidFill>
                  <a:srgbClr val="000000"/>
                </a:solidFill>
                <a:latin typeface="Arial" panose="020B0604020202020204" pitchFamily="34" charset="0"/>
              </a:rPr>
              <a:t>Seat map дээр сул суудал сонгоно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41529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44600" y="40513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Booking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үүсгэнэ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47498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244600" y="46482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QPay mock payment window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дотор төлбөр баталгаажна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14400" y="53467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244600" y="52451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Staff/Owner dashboard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дээр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status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шинэчлэгдэнэ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2800" y="6350000"/>
            <a:ext cx="825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de-DE" sz="1000" smtClean="0">
                <a:solidFill>
                  <a:srgbClr val="808080"/>
                </a:solidFill>
                <a:latin typeface="Arial" panose="020B0604020202020204" pitchFamily="34" charset="0"/>
              </a:rPr>
              <a:t>REIHEN · PC Gaming Center Management · Diploma Demo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795000" y="6350000"/>
            <a:ext cx="889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smtClean="0">
                <a:solidFill>
                  <a:srgbClr val="808080"/>
                </a:solidFill>
                <a:latin typeface="Arial" panose="020B0604020202020204" pitchFamily="34" charset="0"/>
              </a:rPr>
              <a:t>4 / 12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19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736600"/>
            <a:ext cx="12192000" cy="76200"/>
          </a:xfrm>
          <a:prstGeom prst="rect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3400" y="177800"/>
            <a:ext cx="279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00" smtClean="0">
                <a:solidFill>
                  <a:srgbClr val="FFFFFF"/>
                </a:solidFill>
                <a:latin typeface="Arial" panose="020B0604020202020204" pitchFamily="34" charset="0"/>
              </a:rPr>
              <a:t>REIHEN</a:t>
            </a:r>
            <a:endParaRPr lang="en-US" sz="1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2800" y="1219200"/>
            <a:ext cx="10414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400" smtClean="0">
                <a:solidFill>
                  <a:srgbClr val="000000"/>
                </a:solidFill>
                <a:latin typeface="Arial" panose="020B0604020202020204" pitchFamily="34" charset="0"/>
              </a:rPr>
              <a:t>Owner Dashboard</a:t>
            </a:r>
            <a:endParaRPr lang="en-US" sz="3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2032000"/>
            <a:ext cx="1016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600" smtClean="0">
                <a:solidFill>
                  <a:srgbClr val="404040"/>
                </a:solidFill>
                <a:latin typeface="Arial" panose="020B0604020202020204" pitchFamily="34" charset="0"/>
              </a:rPr>
              <a:t>Бизнес эзэмшигчид зориулсан гол хяналтын хэсэг.</a:t>
            </a:r>
            <a:endParaRPr lang="en-US" sz="1600">
              <a:solidFill>
                <a:srgbClr val="404040"/>
              </a:solidFill>
              <a:latin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29591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44600" y="28575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Active center selector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35560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44600" y="34544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Revenue, bookings, occupancy metric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41529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44600" y="40513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Risk customer хэсэг: no-show болон restriction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47498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244600" y="46482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My Centers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хэсгээс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center detail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рүү орно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2800" y="6350000"/>
            <a:ext cx="825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de-DE" sz="1000" smtClean="0">
                <a:solidFill>
                  <a:srgbClr val="808080"/>
                </a:solidFill>
                <a:latin typeface="Arial" panose="020B0604020202020204" pitchFamily="34" charset="0"/>
              </a:rPr>
              <a:t>REIHEN · PC Gaming Center Management · Diploma Demo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95000" y="6350000"/>
            <a:ext cx="889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smtClean="0">
                <a:solidFill>
                  <a:srgbClr val="808080"/>
                </a:solidFill>
                <a:latin typeface="Arial" panose="020B0604020202020204" pitchFamily="34" charset="0"/>
              </a:rPr>
              <a:t>5 / 12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65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736600"/>
            <a:ext cx="12192000" cy="76200"/>
          </a:xfrm>
          <a:prstGeom prst="rect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3400" y="177800"/>
            <a:ext cx="279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00" smtClean="0">
                <a:solidFill>
                  <a:srgbClr val="FFFFFF"/>
                </a:solidFill>
                <a:latin typeface="Arial" panose="020B0604020202020204" pitchFamily="34" charset="0"/>
              </a:rPr>
              <a:t>REIHEN</a:t>
            </a:r>
            <a:endParaRPr lang="en-US" sz="1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2800" y="1219200"/>
            <a:ext cx="10414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400" smtClean="0">
                <a:solidFill>
                  <a:srgbClr val="000000"/>
                </a:solidFill>
                <a:latin typeface="Arial" panose="020B0604020202020204" pitchFamily="34" charset="0"/>
              </a:rPr>
              <a:t>Staff Management</a:t>
            </a:r>
            <a:endParaRPr lang="en-US" sz="3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2032000"/>
            <a:ext cx="1016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smtClean="0">
                <a:solidFill>
                  <a:srgbClr val="404040"/>
                </a:solidFill>
                <a:latin typeface="Arial" panose="020B0604020202020204" pitchFamily="34" charset="0"/>
              </a:rPr>
              <a:t>Owner staff account үүсгэж center-д хуваарилна.</a:t>
            </a:r>
            <a:endParaRPr lang="en-US" sz="1600">
              <a:solidFill>
                <a:srgbClr val="404040"/>
              </a:solidFill>
              <a:latin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29591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44600" y="28575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Staff name, email, phone, password ашиглан account үүсгэнэ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35560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44600" y="34544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Нэг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staff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хэд хэдэн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center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дээр ажиллаж болно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41529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44600" y="40513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Unassigned staff-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г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center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сонгож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assign/remove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хийдэг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47498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244600" y="46482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Staff login-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оор шууд системд орно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2800" y="6350000"/>
            <a:ext cx="825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de-DE" sz="1000" smtClean="0">
                <a:solidFill>
                  <a:srgbClr val="808080"/>
                </a:solidFill>
                <a:latin typeface="Arial" panose="020B0604020202020204" pitchFamily="34" charset="0"/>
              </a:rPr>
              <a:t>REIHEN · PC Gaming Center Management · Diploma Demo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95000" y="6350000"/>
            <a:ext cx="889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smtClean="0">
                <a:solidFill>
                  <a:srgbClr val="808080"/>
                </a:solidFill>
                <a:latin typeface="Arial" panose="020B0604020202020204" pitchFamily="34" charset="0"/>
              </a:rPr>
              <a:t>6 / 12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222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736600"/>
            <a:ext cx="12192000" cy="76200"/>
          </a:xfrm>
          <a:prstGeom prst="rect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3400" y="177800"/>
            <a:ext cx="279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00" smtClean="0">
                <a:solidFill>
                  <a:srgbClr val="FFFFFF"/>
                </a:solidFill>
                <a:latin typeface="Arial" panose="020B0604020202020204" pitchFamily="34" charset="0"/>
              </a:rPr>
              <a:t>REIHEN</a:t>
            </a:r>
            <a:endParaRPr lang="en-US" sz="1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2800" y="1219200"/>
            <a:ext cx="10414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400" smtClean="0">
                <a:solidFill>
                  <a:srgbClr val="000000"/>
                </a:solidFill>
                <a:latin typeface="Arial" panose="020B0604020202020204" pitchFamily="34" charset="0"/>
              </a:rPr>
              <a:t>Seat Map &amp; Layout</a:t>
            </a:r>
            <a:endParaRPr lang="en-US" sz="3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2032000"/>
            <a:ext cx="1016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smtClean="0">
                <a:solidFill>
                  <a:srgbClr val="404040"/>
                </a:solidFill>
                <a:latin typeface="Arial" panose="020B0604020202020204" pitchFamily="34" charset="0"/>
              </a:rPr>
              <a:t>PC center </a:t>
            </a:r>
            <a:r>
              <a:rPr lang="mn-MN" sz="1600" smtClean="0">
                <a:solidFill>
                  <a:srgbClr val="404040"/>
                </a:solidFill>
                <a:latin typeface="Arial" panose="020B0604020202020204" pitchFamily="34" charset="0"/>
              </a:rPr>
              <a:t>бүр өөрийн </a:t>
            </a:r>
            <a:r>
              <a:rPr lang="en-US" sz="1600" smtClean="0">
                <a:solidFill>
                  <a:srgbClr val="404040"/>
                </a:solidFill>
                <a:latin typeface="Arial" panose="020B0604020202020204" pitchFamily="34" charset="0"/>
              </a:rPr>
              <a:t>layout-</a:t>
            </a:r>
            <a:r>
              <a:rPr lang="mn-MN" sz="1600" smtClean="0">
                <a:solidFill>
                  <a:srgbClr val="404040"/>
                </a:solidFill>
                <a:latin typeface="Arial" panose="020B0604020202020204" pitchFamily="34" charset="0"/>
              </a:rPr>
              <a:t>тай.</a:t>
            </a:r>
            <a:endParaRPr lang="en-US" sz="1600">
              <a:solidFill>
                <a:srgbClr val="404040"/>
              </a:solidFill>
              <a:latin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29591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44600" y="28575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Owner center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бүрийн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seat map-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г тусад нь засна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35560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44600" y="34544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PC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нэрийг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staff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өөрчлөхгүй, зөвхөн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owner layout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удирдана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41529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44600" y="40513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Суудлын төлөв: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available, occupied, reserved, maintenance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47498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244600" y="46482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Layout editor demo-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д үзүүлэхэд ойлгомжтой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2800" y="6350000"/>
            <a:ext cx="825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de-DE" sz="1000" smtClean="0">
                <a:solidFill>
                  <a:srgbClr val="808080"/>
                </a:solidFill>
                <a:latin typeface="Arial" panose="020B0604020202020204" pitchFamily="34" charset="0"/>
              </a:rPr>
              <a:t>REIHEN · PC Gaming Center Management · Diploma Demo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95000" y="6350000"/>
            <a:ext cx="889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smtClean="0">
                <a:solidFill>
                  <a:srgbClr val="808080"/>
                </a:solidFill>
                <a:latin typeface="Arial" panose="020B0604020202020204" pitchFamily="34" charset="0"/>
              </a:rPr>
              <a:t>7 / 12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29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736600"/>
            <a:ext cx="12192000" cy="76200"/>
          </a:xfrm>
          <a:prstGeom prst="rect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3400" y="177800"/>
            <a:ext cx="279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00" smtClean="0">
                <a:solidFill>
                  <a:srgbClr val="FFFFFF"/>
                </a:solidFill>
                <a:latin typeface="Arial" panose="020B0604020202020204" pitchFamily="34" charset="0"/>
              </a:rPr>
              <a:t>REIHEN</a:t>
            </a:r>
            <a:endParaRPr lang="en-US" sz="1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2800" y="1219200"/>
            <a:ext cx="10414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400" smtClean="0">
                <a:solidFill>
                  <a:srgbClr val="000000"/>
                </a:solidFill>
                <a:latin typeface="Arial" panose="020B0604020202020204" pitchFamily="34" charset="0"/>
              </a:rPr>
              <a:t>Booking &amp; Payment</a:t>
            </a:r>
            <a:endParaRPr lang="en-US" sz="3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2032000"/>
            <a:ext cx="1016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smtClean="0">
                <a:solidFill>
                  <a:srgbClr val="404040"/>
                </a:solidFill>
                <a:latin typeface="Arial" panose="020B0604020202020204" pitchFamily="34" charset="0"/>
              </a:rPr>
              <a:t>Demo-</a:t>
            </a:r>
            <a:r>
              <a:rPr lang="mn-MN" sz="1600" smtClean="0">
                <a:solidFill>
                  <a:srgbClr val="404040"/>
                </a:solidFill>
                <a:latin typeface="Arial" panose="020B0604020202020204" pitchFamily="34" charset="0"/>
              </a:rPr>
              <a:t>д </a:t>
            </a:r>
            <a:r>
              <a:rPr lang="en-US" sz="1600" smtClean="0">
                <a:solidFill>
                  <a:srgbClr val="404040"/>
                </a:solidFill>
                <a:latin typeface="Arial" panose="020B0604020202020204" pitchFamily="34" charset="0"/>
              </a:rPr>
              <a:t>production flow-</a:t>
            </a:r>
            <a:r>
              <a:rPr lang="mn-MN" sz="1600" smtClean="0">
                <a:solidFill>
                  <a:srgbClr val="404040"/>
                </a:solidFill>
                <a:latin typeface="Arial" panose="020B0604020202020204" pitchFamily="34" charset="0"/>
              </a:rPr>
              <a:t>той төстэй байдлаар харуулна.</a:t>
            </a:r>
            <a:endParaRPr lang="en-US" sz="1600">
              <a:solidFill>
                <a:srgbClr val="404040"/>
              </a:solidFill>
              <a:latin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29591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44600" y="28575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QPay mock payment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үүснэ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35560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44600" y="34544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15 минутын төлбөрийн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window-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той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41529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44600" y="40513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Unpaid booking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хугацаа дуусахад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expire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болно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47498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244600" y="46482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Callback flow-г production payment gateway-д солих боломжтой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2800" y="6350000"/>
            <a:ext cx="825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de-DE" sz="1000" smtClean="0">
                <a:solidFill>
                  <a:srgbClr val="808080"/>
                </a:solidFill>
                <a:latin typeface="Arial" panose="020B0604020202020204" pitchFamily="34" charset="0"/>
              </a:rPr>
              <a:t>REIHEN · PC Gaming Center Management · Diploma Demo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95000" y="6350000"/>
            <a:ext cx="889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smtClean="0">
                <a:solidFill>
                  <a:srgbClr val="808080"/>
                </a:solidFill>
                <a:latin typeface="Arial" panose="020B0604020202020204" pitchFamily="34" charset="0"/>
              </a:rPr>
              <a:t>8 / 12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711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736600"/>
            <a:ext cx="12192000" cy="76200"/>
          </a:xfrm>
          <a:prstGeom prst="rect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3400" y="177800"/>
            <a:ext cx="279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00" smtClean="0">
                <a:solidFill>
                  <a:srgbClr val="FFFFFF"/>
                </a:solidFill>
                <a:latin typeface="Arial" panose="020B0604020202020204" pitchFamily="34" charset="0"/>
              </a:rPr>
              <a:t>REIHEN</a:t>
            </a:r>
            <a:endParaRPr lang="en-US" sz="1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2800" y="1219200"/>
            <a:ext cx="10414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400" smtClean="0">
                <a:solidFill>
                  <a:srgbClr val="000000"/>
                </a:solidFill>
                <a:latin typeface="Arial" panose="020B0604020202020204" pitchFamily="34" charset="0"/>
              </a:rPr>
              <a:t>Forgot Password</a:t>
            </a:r>
            <a:endParaRPr lang="en-US" sz="3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2032000"/>
            <a:ext cx="1016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smtClean="0">
                <a:solidFill>
                  <a:srgbClr val="404040"/>
                </a:solidFill>
                <a:latin typeface="Arial" panose="020B0604020202020204" pitchFamily="34" charset="0"/>
              </a:rPr>
              <a:t>Одоогоор demo-ready mock email reset flow.</a:t>
            </a:r>
            <a:endParaRPr lang="en-US" sz="1600">
              <a:solidFill>
                <a:srgbClr val="404040"/>
              </a:solidFill>
              <a:latin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29591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44600" y="28575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Forgot password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дээр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email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оруулна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35560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44600" y="34544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Reset link terminal/log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дээр гарна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41529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44600" y="40513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Production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дээр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Resend, SendGrid, AWS SES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эсвэл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SMTP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ашиглаж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email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илгээнэ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47498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244600" y="46482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Token hash, expiry, used state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ашиглаж хамгаалсан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2800" y="6350000"/>
            <a:ext cx="825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de-DE" sz="1000" smtClean="0">
                <a:solidFill>
                  <a:srgbClr val="808080"/>
                </a:solidFill>
                <a:latin typeface="Arial" panose="020B0604020202020204" pitchFamily="34" charset="0"/>
              </a:rPr>
              <a:t>REIHEN · PC Gaming Center Management · Diploma Demo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95000" y="6350000"/>
            <a:ext cx="889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smtClean="0">
                <a:solidFill>
                  <a:srgbClr val="808080"/>
                </a:solidFill>
                <a:latin typeface="Arial" panose="020B0604020202020204" pitchFamily="34" charset="0"/>
              </a:rPr>
              <a:t>9 / 12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340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736600"/>
            <a:ext cx="12192000" cy="76200"/>
          </a:xfrm>
          <a:prstGeom prst="rect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3400" y="177800"/>
            <a:ext cx="279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00" smtClean="0">
                <a:solidFill>
                  <a:srgbClr val="FFFFFF"/>
                </a:solidFill>
                <a:latin typeface="Arial" panose="020B0604020202020204" pitchFamily="34" charset="0"/>
              </a:rPr>
              <a:t>REIHEN</a:t>
            </a:r>
            <a:endParaRPr lang="en-US" sz="1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2800" y="1219200"/>
            <a:ext cx="10414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400" smtClean="0">
                <a:solidFill>
                  <a:srgbClr val="000000"/>
                </a:solidFill>
                <a:latin typeface="Arial" panose="020B0604020202020204" pitchFamily="34" charset="0"/>
              </a:rPr>
              <a:t>Security &amp; Policy</a:t>
            </a:r>
            <a:endParaRPr lang="en-US" sz="3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2032000"/>
            <a:ext cx="1016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smtClean="0">
                <a:solidFill>
                  <a:srgbClr val="404040"/>
                </a:solidFill>
                <a:latin typeface="Arial" panose="020B0604020202020204" pitchFamily="34" charset="0"/>
              </a:rPr>
              <a:t>Demo </a:t>
            </a:r>
            <a:r>
              <a:rPr lang="mn-MN" sz="1600" smtClean="0">
                <a:solidFill>
                  <a:srgbClr val="404040"/>
                </a:solidFill>
                <a:latin typeface="Arial" panose="020B0604020202020204" pitchFamily="34" charset="0"/>
              </a:rPr>
              <a:t>биш, бодит системийн суурь шаардлагуудыг тооцсон.</a:t>
            </a:r>
            <a:endParaRPr lang="en-US" sz="1600">
              <a:solidFill>
                <a:srgbClr val="404040"/>
              </a:solidFill>
              <a:latin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29591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44600" y="28575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Role-based access control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35560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44600" y="34544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CSRF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хамгаалалттай </a:t>
            </a:r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endpoint-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ууд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41529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44600" y="40513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Rate limit болон localhost guard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47498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244600" y="46482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Restricted customer booking хийхээс блоклогдоно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14400" y="53467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244600" y="52451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Password reset token 15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минутын хүчинтэй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2800" y="6350000"/>
            <a:ext cx="825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de-DE" sz="1000" smtClean="0">
                <a:solidFill>
                  <a:srgbClr val="808080"/>
                </a:solidFill>
                <a:latin typeface="Arial" panose="020B0604020202020204" pitchFamily="34" charset="0"/>
              </a:rPr>
              <a:t>REIHEN · PC Gaming Center Management · Diploma Demo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795000" y="6350000"/>
            <a:ext cx="889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smtClean="0">
                <a:solidFill>
                  <a:srgbClr val="808080"/>
                </a:solidFill>
                <a:latin typeface="Arial" panose="020B0604020202020204" pitchFamily="34" charset="0"/>
              </a:rPr>
              <a:t>10 / 12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12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736600"/>
            <a:ext cx="12192000" cy="76200"/>
          </a:xfrm>
          <a:prstGeom prst="rect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3400" y="177800"/>
            <a:ext cx="279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00" smtClean="0">
                <a:solidFill>
                  <a:srgbClr val="FFFFFF"/>
                </a:solidFill>
                <a:latin typeface="Arial" panose="020B0604020202020204" pitchFamily="34" charset="0"/>
              </a:rPr>
              <a:t>REIHEN</a:t>
            </a:r>
            <a:endParaRPr lang="en-US" sz="1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2800" y="1219200"/>
            <a:ext cx="10414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400" smtClean="0">
                <a:solidFill>
                  <a:srgbClr val="000000"/>
                </a:solidFill>
                <a:latin typeface="Arial" panose="020B0604020202020204" pitchFamily="34" charset="0"/>
              </a:rPr>
              <a:t>Database Design</a:t>
            </a:r>
            <a:endParaRPr lang="en-US" sz="3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2032000"/>
            <a:ext cx="1016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smtClean="0">
                <a:solidFill>
                  <a:srgbClr val="404040"/>
                </a:solidFill>
                <a:latin typeface="Arial" panose="020B0604020202020204" pitchFamily="34" charset="0"/>
              </a:rPr>
              <a:t>Prisma + relational schema </a:t>
            </a:r>
            <a:r>
              <a:rPr lang="mn-MN" sz="1600" smtClean="0">
                <a:solidFill>
                  <a:srgbClr val="404040"/>
                </a:solidFill>
                <a:latin typeface="Arial" panose="020B0604020202020204" pitchFamily="34" charset="0"/>
              </a:rPr>
              <a:t>ашигласан.</a:t>
            </a:r>
            <a:endParaRPr lang="en-US" sz="1600">
              <a:solidFill>
                <a:srgbClr val="404040"/>
              </a:solidFill>
              <a:latin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29591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44600" y="28575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User, Center, Seat, Booking, Payment үндсэн entity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35560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44600" y="34544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CenterStaff relation: staff-г center-д хуваарилна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41529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44600" y="40513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PasswordResetToken model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47498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244600" y="46482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User restriction fields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14400" y="53467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244600" y="52451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Seed data: center, seat, staff, booking demo өгөгдөл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2800" y="6350000"/>
            <a:ext cx="825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de-DE" sz="1000" smtClean="0">
                <a:solidFill>
                  <a:srgbClr val="808080"/>
                </a:solidFill>
                <a:latin typeface="Arial" panose="020B0604020202020204" pitchFamily="34" charset="0"/>
              </a:rPr>
              <a:t>REIHEN · PC Gaming Center Management · Diploma Demo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795000" y="6350000"/>
            <a:ext cx="889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smtClean="0">
                <a:solidFill>
                  <a:srgbClr val="808080"/>
                </a:solidFill>
                <a:latin typeface="Arial" panose="020B0604020202020204" pitchFamily="34" charset="0"/>
              </a:rPr>
              <a:t>11 / 12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788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736600"/>
            <a:ext cx="12192000" cy="76200"/>
          </a:xfrm>
          <a:prstGeom prst="rect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3400" y="177800"/>
            <a:ext cx="279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00" smtClean="0">
                <a:solidFill>
                  <a:srgbClr val="FFFFFF"/>
                </a:solidFill>
                <a:latin typeface="Arial" panose="020B0604020202020204" pitchFamily="34" charset="0"/>
              </a:rPr>
              <a:t>REIHEN</a:t>
            </a:r>
            <a:endParaRPr lang="en-US" sz="1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2800" y="1219200"/>
            <a:ext cx="10414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mn-MN" sz="3400" smtClean="0">
                <a:solidFill>
                  <a:srgbClr val="000000"/>
                </a:solidFill>
                <a:latin typeface="Arial" panose="020B0604020202020204" pitchFamily="34" charset="0"/>
              </a:rPr>
              <a:t>Дүгнэлт</a:t>
            </a:r>
            <a:endParaRPr lang="en-US" sz="3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2032000"/>
            <a:ext cx="1016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mn-MN" sz="1600" smtClean="0">
                <a:solidFill>
                  <a:srgbClr val="404040"/>
                </a:solidFill>
                <a:latin typeface="Arial" panose="020B0604020202020204" pitchFamily="34" charset="0"/>
              </a:rPr>
              <a:t>Маргаашийн </a:t>
            </a:r>
            <a:r>
              <a:rPr lang="en-US" sz="1600" smtClean="0">
                <a:solidFill>
                  <a:srgbClr val="404040"/>
                </a:solidFill>
                <a:latin typeface="Arial" panose="020B0604020202020204" pitchFamily="34" charset="0"/>
              </a:rPr>
              <a:t>demo-</a:t>
            </a:r>
            <a:r>
              <a:rPr lang="mn-MN" sz="1600" smtClean="0">
                <a:solidFill>
                  <a:srgbClr val="404040"/>
                </a:solidFill>
                <a:latin typeface="Arial" panose="020B0604020202020204" pitchFamily="34" charset="0"/>
              </a:rPr>
              <a:t>д 70% түвшинд хүрэхүйц үндсэн систем бүрдсэн.</a:t>
            </a:r>
            <a:endParaRPr lang="en-US" sz="1600">
              <a:solidFill>
                <a:srgbClr val="404040"/>
              </a:solidFill>
              <a:latin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29591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44600" y="28575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Booking, owner dashboard, staff management ажиллаж байгаа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35560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44600" y="34544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Seat map/layout demo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үзүүлэх боломжтой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41529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44600" y="40513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Forgot password demo flow </a:t>
            </a:r>
            <a:r>
              <a:rPr lang="mn-MN" sz="2000" smtClean="0">
                <a:solidFill>
                  <a:srgbClr val="000000"/>
                </a:solidFill>
                <a:latin typeface="Arial" panose="020B0604020202020204" pitchFamily="34" charset="0"/>
              </a:rPr>
              <a:t>нэмэгдсэн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4749800"/>
            <a:ext cx="127000" cy="127000"/>
          </a:xfrm>
          <a:prstGeom prst="ellipse">
            <a:avLst/>
          </a:prstGeom>
          <a:solidFill>
            <a:srgbClr val="31C8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244600" y="46482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Arial" panose="020B0604020202020204" pitchFamily="34" charset="0"/>
              </a:rPr>
              <a:t>Production-д email provider, real payment, deployment hardening нэмнэ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2800" y="6350000"/>
            <a:ext cx="825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de-DE" sz="1000" smtClean="0">
                <a:solidFill>
                  <a:srgbClr val="808080"/>
                </a:solidFill>
                <a:latin typeface="Arial" panose="020B0604020202020204" pitchFamily="34" charset="0"/>
              </a:rPr>
              <a:t>REIHEN · PC Gaming Center Management · Diploma Demo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95000" y="6350000"/>
            <a:ext cx="889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smtClean="0">
                <a:solidFill>
                  <a:srgbClr val="808080"/>
                </a:solidFill>
                <a:latin typeface="Arial" panose="020B0604020202020204" pitchFamily="34" charset="0"/>
              </a:rPr>
              <a:t>12 / 12</a:t>
            </a:r>
            <a:endParaRPr lang="en-US" sz="100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52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Microsoft Office PowerPoint</Application>
  <PresentationFormat>Custom</PresentationFormat>
  <Paragraphs>109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2026-05-11T06:55:36Z</dcterms:created>
  <dcterms:modified xsi:type="dcterms:W3CDTF">2026-05-11T06:55:36Z</dcterms:modified>
</cp:coreProperties>
</file>