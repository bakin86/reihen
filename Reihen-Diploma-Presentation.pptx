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IHEN_MASTER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-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Gaming Center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&amp; Management Platform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БААКАЛАВРЫН ДИПЛОМЫН АЖИЛ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Дипломын ажлын хамгаалалт ·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0" y="1188720"/>
            <a:ext cx="2130552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4663440"/>
            <a:ext cx="2130552" cy="9144"/>
          </a:xfrm>
          <a:prstGeom prst="rect">
            <a:avLst/>
          </a:prstGeom>
          <a:solidFill>
            <a:srgbClr val="33333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АСУУДАЛ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Монголын тоглоомын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центрүүдийн өнөөгийн байдал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7432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8346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Суудал захиалга утсаар эсвэл биечлэн хийгддэг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Жижиглэн бичлэг, алдааны эрсдэл өндөр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Эзэмшигч нарт бодит цагийн мэдээлэл байхгүй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Тоглогчид хүлээлгийн мөрөнд цаг алддаг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2120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Турнирын удирдлага тусдаа, уялдаагүй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0" y="1371600"/>
            <a:ext cx="3200400" cy="2743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8288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8412480" y="2926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gaming center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Монголд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ШИЙДЭЛ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— нэгдсэн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дижитал платформ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7432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8346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Бодит цагийн суудлын захиалга онлайнаар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Эзэмшигчийн dashboard: орлого, статистик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Тоглогчийн профайл: түүх, дуртай центрүүд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Турнир зохион байгуулах систем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2120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Push notification, QPay төлбөр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0" y="1371600"/>
            <a:ext cx="3200400" cy="2743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8288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8412480" y="2926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эрх: Admin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· Staff · Player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ТЕХНОЛОГИ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486400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642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40080" y="19385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· React 18 · TypeScript · Tailwind CSS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486400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642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492240" y="19385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 · Node.js · JWT Auth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5486400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986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31729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Prisma ORM · Supabase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788920"/>
            <a:ext cx="5486400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8986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492240" y="31729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WebSocket Server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5486400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330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40080" y="440740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 Mongolia Integration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4023360"/>
            <a:ext cx="5486400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1330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492240" y="440740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Push API · VAPID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257800"/>
            <a:ext cx="5486400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367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40080" y="564184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LLM Chatbot (llama-3)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5257800"/>
            <a:ext cx="5486400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5367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492240" y="564184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· Supabase · PM2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ФУНКЦИОНАЛЬ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Үндсэн боломжууд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657600" cy="192024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74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Суудлын захиалга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map, multi-seat, QPay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657600" cy="192024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874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Dashboard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834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Орлого, ачааллын статистик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45920"/>
            <a:ext cx="3657600" cy="192024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874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66760" y="2423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Турнир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2834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Бүртгэл, багийн удирдлага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3657600" cy="192024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160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" y="4709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Үнэлгээ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5120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Review, owner reply систем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3931920"/>
            <a:ext cx="3657600" cy="192024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4160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26280" y="4709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мэдэгдэл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26280" y="5120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Суудал, турнирын мэдэгдэл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3931920"/>
            <a:ext cx="3657600" cy="192024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4160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366760" y="4709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66760" y="5120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Хэрэглэгчийн тусламж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АРХИТЕКТУР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Системийн бүтэц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651760" cy="457200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08960" y="3566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286000"/>
            <a:ext cx="237744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86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Pages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063240"/>
            <a:ext cx="237744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63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Components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840480"/>
            <a:ext cx="237744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Client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645920"/>
            <a:ext cx="2651760" cy="457200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LAYER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0" y="3566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29000" y="2286000"/>
            <a:ext cx="237744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286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Routes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3063240"/>
            <a:ext cx="237744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063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Middleware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3840480"/>
            <a:ext cx="237744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1645920"/>
            <a:ext cx="2651760" cy="457200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778240" y="3566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63640" y="2286000"/>
            <a:ext cx="237744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286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Jobs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3063240"/>
            <a:ext cx="237744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063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 Server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3840480"/>
            <a:ext cx="237744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Service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4617720"/>
            <a:ext cx="237744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4617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961120" y="1645920"/>
            <a:ext cx="2651760" cy="457200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098280" y="2286000"/>
            <a:ext cx="237744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98280" y="2286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98280" y="3063240"/>
            <a:ext cx="237744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98280" y="3063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ORM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98280" y="3840480"/>
            <a:ext cx="237744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9828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DEMO ӨГӨГДӨЛ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систем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103120" cy="123444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center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645920"/>
            <a:ext cx="2103120" cy="123444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7373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743200" y="2423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Суудал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1645920"/>
            <a:ext cx="2103120" cy="123444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7373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029200" y="2423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Захиалга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103120" cy="123444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04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57200" y="3886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Үнэлгээ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3108960"/>
            <a:ext cx="2103120" cy="123444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32004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2743200" y="3886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Турнир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3108960"/>
            <a:ext cx="2103120" cy="123444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2004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029200" y="3886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Эрхийн төрөл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0" y="1645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CREDENTIALS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498080" y="2011680"/>
            <a:ext cx="438912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20848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680960" y="234086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admin@reihen.mn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80960" y="257860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admin123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0" y="3017520"/>
            <a:ext cx="438912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30906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680960" y="33467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oyunbaatar@reihen.mn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80960" y="358444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owner123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38912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4096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680960" y="43525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demo@reihen.mn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80960" y="459028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demo123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98080" y="5029200"/>
            <a:ext cx="438912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51023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680960" y="53583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tulgaa@reihen.mn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680960" y="55961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staff123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ӨГӨГДЛИЙН БАЗ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Schema — үндсэн моделиуд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669280" cy="1371600"/>
          </a:xfrm>
          <a:prstGeom prst="rect">
            <a:avLst/>
          </a:prstGeom>
          <a:solidFill>
            <a:srgbClr val="0D0D0D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6420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5303520" cy="91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name · email · phone · role · balance · totalPlayHours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669280" cy="1371600"/>
          </a:xfrm>
          <a:prstGeom prst="rect">
            <a:avLst/>
          </a:prstGeom>
          <a:solidFill>
            <a:srgbClr val="0D0D0D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6420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PCCenter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2011680"/>
            <a:ext cx="5303520" cy="91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10312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name · district · images · rating · ownerId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5669280" cy="1371600"/>
          </a:xfrm>
          <a:prstGeom prst="rect">
            <a:avLst/>
          </a:prstGeom>
          <a:solidFill>
            <a:srgbClr val="0D0D0D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186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5303520" cy="91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5760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number · status · posX · posY · centerId · floorId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3108960"/>
            <a:ext cx="5669280" cy="1371600"/>
          </a:xfrm>
          <a:prstGeom prst="rect">
            <a:avLst/>
          </a:prstGeom>
          <a:solidFill>
            <a:srgbClr val="0D0D0D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2186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3566160"/>
            <a:ext cx="5303520" cy="91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65760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code · userId · startTime · endTime · totalPrice · status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5669280" cy="1371600"/>
          </a:xfrm>
          <a:prstGeom prst="rect">
            <a:avLst/>
          </a:prstGeom>
          <a:solidFill>
            <a:srgbClr val="0D0D0D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7731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Tournament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120640"/>
            <a:ext cx="5303520" cy="91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2120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name · game · maxTeams · teamSize · entryFee · status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4663440"/>
            <a:ext cx="5669280" cy="1371600"/>
          </a:xfrm>
          <a:prstGeom prst="rect">
            <a:avLst/>
          </a:prstGeom>
          <a:solidFill>
            <a:srgbClr val="0D0D0D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7731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FavoriteCenter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5120640"/>
            <a:ext cx="5303520" cy="9144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52120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· centerId (many-to-many join table)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08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ДҮГНЭЛТ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Дипломын ажлын үр дүн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486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556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веб платформ амжилттай хэрэгжсэн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5486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328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Бодит цагийн WebSocket холболт ажиллаж байна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5486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101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QPay төлбөрийн систем нэгтгэгдсэн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5486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87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хандалтын удирдлага хэрэгжсэн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92040"/>
            <a:ext cx="5486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864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Supabase дээр амжилттай deploy хийгдсэн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669280"/>
            <a:ext cx="50292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7424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URL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40080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reihen.vercel.app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60720" y="5669280"/>
            <a:ext cx="59436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57424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94360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github.com/bakin86/reihen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2026-05-13T15:03:11Z</dcterms:created>
  <dcterms:modified xsi:type="dcterms:W3CDTF">2026-05-13T15:03:11Z</dcterms:modified>
</cp:coreProperties>
</file>