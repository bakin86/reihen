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8580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 · UPDATED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9692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Gaming Center суудал захиалга, төлбөр, realtime operation, tournament management систем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3703320"/>
            <a:ext cx="224028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0690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хамгаалалтын танилцуулга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416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 RTDB · Vercel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6080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Book. Pay. Check-in. Play.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Асуудал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center-ийн сул суудал, захиалга, төлбөрийн мэдээлэл ихэвчлэн чат/утас/гар ажиллагаагаар явдаг.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Суудлын давхцал, төлбөр баталгаажаагүй захиалга, no-show бүртгэл алдагдах эрсдэлтэй.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болон staff нэг dashboard-оос realtime seat/booking state харах боломж сул.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бүртгэл, bracket, score workflow тусдаа spreadsheet/чат дээр явдаг.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зорилго: booking + operation + tournament workflow-г нэг системд нэгтгэх.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Шийдэл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center сонгоод seat/time/payment тохируулж шууд booking үүсгэнэ.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center, seat map, staff, booking, reviews, tournaments удирдана.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check-in, no-show, seat status, booking detail-г center scope-той харна.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update нь seat map, profile, owner/staff dashboard дээр refreshгүй харагдана.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system: Player · Owner · Staff · Admin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боломжууд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685800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6968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booking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6968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detail дээр суудал сонгоод цаг, хугацаа, төлбөрийн аргаа тохируулна.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416552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seat status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617720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+ Firebase mirror ашиглаж seat update-г хурдан харуулна.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147304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48472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348472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48472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booking, live seat map, customer risk, staff workflow.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85800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6968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86968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6968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registration, entry fee, bracket, score, winner progression.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4416552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617720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17720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booking-ийн дараа commentгүй 1-5 star rating өгнө.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8147304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48472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348472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48472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Popup summary, active bookings, wallet balance, booking history.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685800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6968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6968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Router, React Query, Tailwind UI polish.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416552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617720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handlers, Zod validation, auth/session guard.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147304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48472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DB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348472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48472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+ Prisma relational schema.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85800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6968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86968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6968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event + Firebase Realtime Database optional mirror.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4416552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617720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17720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hosting, env-based configuration.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8147304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48472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348472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48472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JWT/session, CSRF, rate limit, role-based access.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role, balance, restriction/no-show state.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PCCenter: owner, location, images, policy, rating.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Seat/Floor/SeatType: status, price, layout position.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Booking/BookingSeat: time range, payment status, selected seats.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Tournament/Team/Match: team registration, bracket, score, winner.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749808" y="46177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0120" y="449884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bookingId unique, 1-5 star, optional comment field retained for future.</a:t>
            </a:r>
            <a:endParaRPr lang="en-US" sz="1220" dirty="0"/>
          </a:p>
        </p:txBody>
      </p:sp>
      <p:sp>
        <p:nvSpPr>
          <p:cNvPr id="60" name="Shape 58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model нь booking conflict, ownership, staff scope-г хамгаална.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flow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31520" y="14630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1563624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234440" y="14904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center page нээнэ.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1520" y="20848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2185416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234440" y="21122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section дээр OPEN seat сонгоно.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1520" y="27066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2807208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234440" y="27340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time, hours, QPay эсвэл balance payment сонгоно.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31520" y="332841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" y="3429000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234440" y="33558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үүсэхэд seat WAITING state болно.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31520" y="395020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" y="4050792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234440" y="3977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Owner/staff check-in хийвэл PLAYING болно.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31520" y="45720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" y="4672584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234440" y="45994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дууссаны дараа user star rating өгч чадна.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/booking UI-г хассан. Booking одоо center detail дотор төвлөрсөн.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шийдэл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 of truth хэвээр Supabase/Postgres байна.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тал seat/booking/tournament update гарахад Firebase RTDB mirror рүү publish хийнэ.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тал Firebase env байвал reihen/centers/{centerId}/seats path-г сонсоно.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fallback хэвээр байгаа тул local/demo орчинд realtime flow тасрахгүй.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дээр realtime update ирэхэд seat богино glow animation хийдэг.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бол primary DB биш, realtime accelerator.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status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guard: owner/staff/admin route дээр permission шалгана.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token болон credential include flow API request дээр ашиглагдана.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login/register/chat зэрэг abuse risk-тэй route-д ашиглагдана.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Admin SDK service account зөвхөн server env дээр байна.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Firebase write байхгүй; write зөвхөн server admin publish хийдэг.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angle: production hardening шаардлагатай ч дипломын security baseline хангалттай.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polish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popup: active booking, balance, role badge, smooth animation.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page: glassmorphism, clear register CTA, bracket layout.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page: hero, gallery, seat map, sticky booking panel.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flow: formгүй, шууд 1-5 star rating.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page duplication хасаж UX-г center detail дээр төвлөрүүлсэн.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749808" y="46177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0120" y="449884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Buttons, disabled states, focus rings, mobile containment сайжруулсан.</a:t>
            </a:r>
            <a:endParaRPr lang="en-US" sz="1220" dirty="0"/>
          </a:p>
        </p:txBody>
      </p:sp>
      <p:sp>
        <p:nvSpPr>
          <p:cNvPr id="60" name="Shape 58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нь demo дээр ойлгомжтой, хамгаалалт дээр тайлбарлахад шууд харагдана.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status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size хэвийн, production build амжилттай.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Vercel/Supabase дээр cold start болон DB round-trip latency мэдрэгдэж болно.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Query staleTime, polling fallback, realtime mirror ашиглаж perceived speed сайжруулсан.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Цаашид query batching, Redis cache expansion, availability snapshot table ашиглаж болно.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RTDB нь live update latency-г бууруулах туршилтын layer.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'ok for diploma demo', production-д paid infra/cache хэрэгтэй.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дараалал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31520" y="14630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1563624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234440" y="14904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дээр center list, events, nav flow харуулах.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1520" y="20848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2185416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234440" y="21122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detail дээр seat сонгож booking үүсгэх.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1520" y="27066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2807208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234440" y="27340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Owner/staff dashboard дээр realtime WAITING seat харах.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31520" y="332841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" y="3429000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234440" y="33558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check-in хийж PLAYING state болгох.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31520" y="395020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" y="4050792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234440" y="3977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Console дээр realtime mirror data гарч байгааг харуулах.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31520" y="45720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" y="4672584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234440" y="45994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дууссан хэрэглэгч center дээр star rating өгч байгааг харуулах.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31520" y="51937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1248" y="5294376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234440" y="52212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page дээр team registration/bracket flow тайлбарлах.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system гэдгийг flow-оор эхэлж харуул, дараа architecture тайлбарла.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build амжилттай.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schema generate амжилттай.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reset + seed data: centers, seats, bookings, reviews, tournaments.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smoke: home, center, profile, events, tournament, owner/staff pages.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env local болон Vercel дээр тохируулагдсан.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дээр 'implemented and verified' гэж хэлэх үндэстэй.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Хязгаарлалт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production credential биш, mock/sandbox workflow.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mirror нь primary database биш.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latency production хэрэглээнд хангалтгүй байж болно.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E2E Playwright test suite дараагийн шатанд хэрэгтэй.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audit alert, backup policy-г production өмнө нэмнэ.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Өөрөө түрүүлж acknowledge хийвэл defense илүү итгэлтэй сонсогдоно.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Дүгнэлт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нь PC center-ийн бодит operational workflow-г digital болгосон full-stack систем.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Booking, payment, realtime seat status, staff workflow, review, tournament feature нэг дор ажиллана.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baseline, deployment, seed data, UI polish, realtime architecture бэлэн.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хамгаалалтад prototype бус ажилладаг систем гэж хамгаалах боломжтой.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Book. Pay. Check-in. Play.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Reihen Diplom Defense UPDATED 2026</dc:title>
  <dc:subject>Diploma defense</dc:subject>
  <dc:creator>Reihen</dc:creator>
  <cp:lastModifiedBy>Reihen</cp:lastModifiedBy>
  <cp:revision>1</cp:revision>
  <dcterms:created xsi:type="dcterms:W3CDTF">2026-05-18T18:05:46Z</dcterms:created>
  <dcterms:modified xsi:type="dcterms:W3CDTF">2026-05-18T18:05:46Z</dcterms:modified>
</cp:coreProperties>
</file>