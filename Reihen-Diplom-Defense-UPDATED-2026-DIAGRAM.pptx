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 · UPDATED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Gaming Center суудал захиалга, төлбөр, realtime operation, tournament management систем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703320"/>
            <a:ext cx="224028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0690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хамгаалалтын танилцуулга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416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 RTDB · Vercel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6080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 Pay. Check-in. Play.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Асуудал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center-ийн сул суудал, захиалга, төлбөрийн мэдээлэл ихэвчлэн чат/утас/гар ажиллагаагаар явдаг.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давхцал, төлбөр баталгаажаагүй захиалга, no-show бүртгэл алдагдах эрсдэлтэй.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болон staff нэг dashboard-оос realtime seat/booking state харах боломж сул.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бүртгэл, bracket, score workflow тусдаа spreadsheet/чат дээр явдаг.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зорилго: booking + operation + tournament workflow-г нэг системд нэгтгэх.</a:t>
            </a:r>
            <a:endParaRPr lang="en-US" sz="1140" dirty="0"/>
          </a:p>
        </p:txBody>
      </p:sp>
      <p:sp>
        <p:nvSpPr>
          <p:cNvPr id="58" name="Shape 56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Шийдэл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center сонгоод seat/time/payment тохируулж шууд booking үүсгэнэ.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center, seat map, staff, booking, reviews, tournaments удирдана.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check-in, no-show, seat status, booking detail-г center scope-той харна.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update нь seat map, profile, owner/staff dashboard дээр refreshгүй харагдана.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system: Player · Owner · Staff · Admin</a:t>
            </a:r>
            <a:endParaRPr lang="en-US" sz="1140" dirty="0"/>
          </a:p>
        </p:txBody>
      </p:sp>
      <p:sp>
        <p:nvSpPr>
          <p:cNvPr id="58" name="Shape 56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боломжууд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685800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booking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68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detail дээр суудал сонгоод цаг, хугацаа, төлбөрийн аргаа тохируулна.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416552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seat status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17720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+ Firebase mirror ашиглаж seat update-г хурдан харуулна.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147304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48472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348472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8472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booking, live seat map, customer risk, staff workflow.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85800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968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86968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registration, entry fee, bracket, score, winner progression.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416552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617720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booking-ийн дараа commentгүй 1-5 star rating өгнө.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147304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48472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348472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48472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Popup summary, active bookings, wallet balance, booking history.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685800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68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Router, React Query, Tailwind UI polish.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416552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17720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handlers, Zod validation, auth/session guard.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147304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48472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DB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348472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8472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+ Prisma relational schema.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85800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968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86968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event + Firebase Realtime Database optional mirror.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416552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617720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hosting, env-based configuration.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147304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48472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348472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48472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JWT/session, CSRF, rate limit, role-based access.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685800" y="141732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1627632"/>
            <a:ext cx="68580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Interfaces: Web UI / API / Socket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5800" y="2331720"/>
            <a:ext cx="7315200" cy="2194560"/>
          </a:xfrm>
          <a:prstGeom prst="rect">
            <a:avLst/>
          </a:prstGeom>
          <a:solidFill>
            <a:srgbClr val="FFFFFF">
              <a:alpha val="82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250545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/ Next.js runtime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0" y="251460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EDEDED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30752" y="2679192"/>
            <a:ext cx="1362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325880" y="338328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DEDED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99032" y="3547872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989320" y="338328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DEDED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62472" y="3547872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1051560" y="4983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24712" y="5148072"/>
            <a:ext cx="1362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Role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2971800" y="49834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44952" y="5148072"/>
            <a:ext cx="127101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645152" y="4736592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CFFAFE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18304" y="5097780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6492240" y="49834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65392" y="5148072"/>
            <a:ext cx="127101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RTDB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407408" y="2039112"/>
            <a:ext cx="0" cy="47548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657600" y="2834640"/>
            <a:ext cx="-777240" cy="694944"/>
          </a:xfrm>
          <a:prstGeom prst="line">
            <a:avLst/>
          </a:prstGeom>
          <a:noFill/>
          <a:ln w="1460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2555748" y="3017520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01468" y="3072384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5166360" y="2834640"/>
            <a:ext cx="822960" cy="694944"/>
          </a:xfrm>
          <a:prstGeom prst="line">
            <a:avLst/>
          </a:prstGeom>
          <a:noFill/>
          <a:ln w="1460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864608" y="3017520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0328" y="3072384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2103120" y="3950208"/>
            <a:ext cx="-228600" cy="1033272"/>
          </a:xfrm>
          <a:prstGeom prst="line">
            <a:avLst/>
          </a:prstGeom>
          <a:noFill/>
          <a:ln w="1460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275588" y="4302252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21308" y="4357116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2880360" y="3657600"/>
            <a:ext cx="777240" cy="1325880"/>
          </a:xfrm>
          <a:prstGeom prst="line">
            <a:avLst/>
          </a:prstGeom>
          <a:noFill/>
          <a:ln w="1460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555748" y="4155948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01468" y="4210812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4389120" y="5266944"/>
            <a:ext cx="256032" cy="0"/>
          </a:xfrm>
          <a:prstGeom prst="line">
            <a:avLst/>
          </a:prstGeom>
          <a:noFill/>
          <a:ln w="1460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6766560" y="3950208"/>
            <a:ext cx="411480" cy="1033272"/>
          </a:xfrm>
          <a:prstGeom prst="line">
            <a:avLst/>
          </a:prstGeom>
          <a:noFill/>
          <a:ln w="1460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6259068" y="4302252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4788" y="4357116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6199632" y="5266944"/>
            <a:ext cx="292608" cy="0"/>
          </a:xfrm>
          <a:prstGeom prst="line">
            <a:avLst/>
          </a:prstGeom>
          <a:noFill/>
          <a:ln w="1460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868680" y="5870448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1832" y="5961888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Staff / Player dashboards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977640" y="5870448"/>
            <a:ext cx="33375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50792" y="5961888"/>
            <a:ext cx="31912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status, booking, tournament updates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DB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mirror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RTDB</a:t>
            </a:r>
            <a:endParaRPr lang="en-US" sz="1140" dirty="0"/>
          </a:p>
        </p:txBody>
      </p:sp>
      <p:sp>
        <p:nvSpPr>
          <p:cNvPr id="90" name="Shape 88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role, balance, restriction/no-show state.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PCCenter: owner, location, images, policy, rating.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Seat/Floor/SeatType: status, price, layout position.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Booking/BookingSeat: time range, payment status, selected seats.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Tournament/Team/Match: team registration, bracket, score, winner.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749808" y="46177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0120" y="449884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bookingId unique, 1-5 star, optional comment field retained for future.</a:t>
            </a:r>
            <a:endParaRPr lang="en-US" sz="1220" dirty="0"/>
          </a:p>
        </p:txBody>
      </p:sp>
      <p:sp>
        <p:nvSpPr>
          <p:cNvPr id="60" name="Shape 58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model нь booking conflict, ownership, staff scope-г хамгаална.</a:t>
            </a:r>
            <a:endParaRPr lang="en-US" sz="1140" dirty="0"/>
          </a:p>
        </p:txBody>
      </p:sp>
      <p:sp>
        <p:nvSpPr>
          <p:cNvPr id="62" name="Shape 60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flow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14630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156362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34440" y="1490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center page нээнэ.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" y="20848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218541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234440" y="21122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section дээр OPEN seat сонгоно.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" y="27066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2807208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234440" y="27340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time, hours, QPay эсвэл balance payment сонгоно.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" y="33284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3429000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234440" y="33558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үүсэхэд seat WAITING state болно.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1520" y="39502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4050792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23444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 check-in хийвэл PLAYING болно.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1520" y="45720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467258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34440" y="45994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дууссаны дараа user star rating өгч чадна.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/booking UI-г хассан. Booking одоо center detail дотор төвлөрсөн.</a:t>
            </a:r>
            <a:endParaRPr lang="en-US" sz="1140" dirty="0"/>
          </a:p>
        </p:txBody>
      </p:sp>
      <p:sp>
        <p:nvSpPr>
          <p:cNvPr id="68" name="Shape 66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payment sequence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685800" y="14173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709928" y="1737360"/>
            <a:ext cx="0" cy="4297680"/>
          </a:xfrm>
          <a:prstGeom prst="line">
            <a:avLst/>
          </a:prstGeom>
          <a:noFill/>
          <a:ln w="12700">
            <a:solidFill>
              <a:srgbClr val="D8D8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14173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App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224528" y="1737360"/>
            <a:ext cx="0" cy="4297680"/>
          </a:xfrm>
          <a:prstGeom prst="line">
            <a:avLst/>
          </a:prstGeom>
          <a:noFill/>
          <a:ln w="12700">
            <a:solidFill>
              <a:srgbClr val="D8D8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14173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739128" y="1737360"/>
            <a:ext cx="0" cy="4297680"/>
          </a:xfrm>
          <a:prstGeom prst="line">
            <a:avLst/>
          </a:prstGeom>
          <a:noFill/>
          <a:ln w="12700">
            <a:solidFill>
              <a:srgbClr val="D8D8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14173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App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253728" y="1737360"/>
            <a:ext cx="0" cy="4297680"/>
          </a:xfrm>
          <a:prstGeom prst="line">
            <a:avLst/>
          </a:prstGeom>
          <a:noFill/>
          <a:ln w="12700">
            <a:solidFill>
              <a:srgbClr val="D8D8D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1901952"/>
            <a:ext cx="10287000" cy="1353312"/>
          </a:xfrm>
          <a:prstGeom prst="rect">
            <a:avLst/>
          </a:prstGeom>
          <a:solidFill>
            <a:srgbClr val="FFFFFF">
              <a:alpha val="75000"/>
            </a:srgbClr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53728" y="1993392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CREATE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66928" y="4160520"/>
            <a:ext cx="10287000" cy="1536192"/>
          </a:xfrm>
          <a:prstGeom prst="rect">
            <a:avLst/>
          </a:prstGeom>
          <a:solidFill>
            <a:srgbClr val="FFFFFF">
              <a:alpha val="65000"/>
            </a:srgbClr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89720" y="4261104"/>
            <a:ext cx="13898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CHECK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0" y="2139696"/>
            <a:ext cx="2450592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255264" y="1975104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00984" y="2029968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/invoice/create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5193792" y="2542032"/>
            <a:ext cx="-2450592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255264" y="2377440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00984" y="2432304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or deeplink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2743200" y="2962656"/>
            <a:ext cx="-1042416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508760" y="2798064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54480" y="2852928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QR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1700784" y="3566160"/>
            <a:ext cx="7424928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700016" y="3401568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45736" y="3456432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or open deeplink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9189720" y="3959352"/>
            <a:ext cx="-1984248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7484364" y="3794760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30084" y="3849624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 / get invoice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7205472" y="4407408"/>
            <a:ext cx="1984248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7484364" y="4242816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30084" y="4297680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payment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9189720" y="4892040"/>
            <a:ext cx="-3995928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6478524" y="4727448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24244" y="4782312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payment result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2743200" y="5230368"/>
            <a:ext cx="2450592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3255264" y="5065776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00984" y="5120640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/payment/check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5193792" y="5559552"/>
            <a:ext cx="-2450592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3255264" y="5394960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00984" y="5449824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/ failed</a:t>
            </a:r>
            <a:endParaRPr lang="en-US" sz="680" dirty="0"/>
          </a:p>
        </p:txBody>
      </p:sp>
      <p:sp>
        <p:nvSpPr>
          <p:cNvPr id="87" name="Shape 85"/>
          <p:cNvSpPr/>
          <p:nvPr/>
        </p:nvSpPr>
        <p:spPr>
          <a:xfrm>
            <a:off x="2743200" y="5870448"/>
            <a:ext cx="-1042416" cy="0"/>
          </a:xfrm>
          <a:prstGeom prst="line">
            <a:avLst/>
          </a:prstGeom>
          <a:noFill/>
          <a:ln w="1460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1508760" y="5705856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F7F7F2">
              <a:alpha val="97000"/>
            </a:srgbClr>
          </a:solidFill>
          <a:ln w="5080">
            <a:solidFill>
              <a:srgbClr val="D8D8D0">
                <a:alpha val="55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554480" y="5760720"/>
            <a:ext cx="1335024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confirmed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2578608" y="1975104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651760" y="2002536"/>
            <a:ext cx="9966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= WAITING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514600" y="5687568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87752" y="5715000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= CONFIRMED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шийдэл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 of truth хэвээр Supabase/Postgres байна.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тал seat/booking/tournament update гарахад Firebase RTDB mirror рүү publish хийнэ.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тал Firebase env байвал reihen/centers/{centerId}/seats path-г сонсоно.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fallback хэвээр байгаа тул local/demo орчинд realtime flow тасрахгүй.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дээр realtime update ирэхэд seat богино glow animation хийдэг.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бол primary DB биш, realtime accelerator.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status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guard: owner/staff/admin route дээр permission шалгана.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token болон credential include flow API request дээр ашиглагдана.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login/register/chat зэрэг abuse risk-тэй route-д ашиглагдана.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Admin SDK service account зөвхөн server env дээр байна.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Firebase write байхгүй; write зөвхөн server admin publish хийдэг.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angle: production hardening шаардлагатай ч дипломын security baseline хангалттай.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polish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popup: active booking, balance, role badge, smooth animation.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page: glassmorphism, clear register CTA, bracket layout.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page: hero, gallery, seat map, sticky booking panel.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flow: formгүй, шууд 1-5 star rating.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page duplication хасаж UX-г center detail дээр төвлөрүүлсэн.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749808" y="46177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0120" y="449884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Buttons, disabled states, focus rings, mobile containment сайжруулсан.</a:t>
            </a:r>
            <a:endParaRPr lang="en-US" sz="1220" dirty="0"/>
          </a:p>
        </p:txBody>
      </p:sp>
      <p:sp>
        <p:nvSpPr>
          <p:cNvPr id="60" name="Shape 58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нь demo дээр ойлгомжтой, хамгаалалт дээр тайлбарлахад шууд харагдана.</a:t>
            </a:r>
            <a:endParaRPr lang="en-US" sz="1140" dirty="0"/>
          </a:p>
        </p:txBody>
      </p:sp>
      <p:sp>
        <p:nvSpPr>
          <p:cNvPr id="62" name="Shape 60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status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size хэвийн, production build амжилттай.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Vercel/Supabase дээр cold start болон DB round-trip latency мэдрэгдэж болно.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Query staleTime, polling fallback, realtime mirror ашиглаж perceived speed сайжруулсан.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Цаашид query batching, Redis cache expansion, availability snapshot table ашиглаж болно.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RTDB нь live update latency-г бууруулах туршилтын layer.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'ok for diploma demo', production-д paid infra/cache хэрэгтэй.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дараалал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14630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156362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34440" y="1490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дээр center list, events, nav flow харуулах.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" y="20848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218541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234440" y="21122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detail дээр seat сонгож booking үүсгэх.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" y="27066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2807208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234440" y="27340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 dashboard дээр realtime WAITING seat харах.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" y="33284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3429000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234440" y="33558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check-in хийж PLAYING state болгох.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1520" y="39502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4050792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23444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Console дээр realtime mirror data гарч байгааг харуулах.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1520" y="45720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467258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34440" y="45994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дууссан хэрэглэгч center дээр star rating өгч байгааг харуулах.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31520" y="51937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" y="529437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234440" y="52212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page дээр team registration/bracket flow тайлбарлах.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system гэдгийг flow-оор эхэлж харуул, дараа architecture тайлбарла.</a:t>
            </a:r>
            <a:endParaRPr lang="en-US" sz="1140" dirty="0"/>
          </a:p>
        </p:txBody>
      </p:sp>
      <p:sp>
        <p:nvSpPr>
          <p:cNvPr id="71" name="Shape 69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 амжилттай.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schema generate амжилттай.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reset + seed data: centers, seats, bookings, reviews, tournaments.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smoke: home, center, profile, events, tournament, owner/staff pages.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env local болон Vercel дээр тохируулагдсан.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дээр 'implemented and verified' гэж хэлэх үндэстэй.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Хязгаарлалт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production credential биш, mock/sandbox workflow.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mirror нь primary database биш.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latency production хэрэглээнд хангалтгүй байж болно.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E2E Playwright test suite дараагийн шатанд хэрэгтэй.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audit alert, backup policy-г production өмнө нэмнэ.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Өөрөө түрүүлж acknowledge хийвэл defense илүү итгэлтэй сонсогдоно.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нь PC center-ийн бодит operational workflow-г digital болгосон full-stack систем.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payment, realtime seat status, staff workflow, review, tournament feature нэг дор ажиллана.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baseline, deployment, seed data, UI polish, realtime architecture бэлэн.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хамгаалалтад prototype бус ажилладаг систем гэж хамгаалах боломжтой.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13648" y="1975104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 Pay. Check-in. Play.</a:t>
            </a:r>
            <a:endParaRPr lang="en-US" sz="1140" dirty="0"/>
          </a:p>
        </p:txBody>
      </p:sp>
      <p:sp>
        <p:nvSpPr>
          <p:cNvPr id="58" name="Shape 56"/>
          <p:cNvSpPr/>
          <p:nvPr/>
        </p:nvSpPr>
        <p:spPr>
          <a:xfrm>
            <a:off x="9372600" y="4133088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Reihen Diplom Defense UPDATED 2026</dc:title>
  <dc:subject>Diploma defense</dc:subject>
  <dc:creator>Reihen</dc:creator>
  <cp:lastModifiedBy>Reihen</cp:lastModifiedBy>
  <cp:revision>1</cp:revision>
  <dcterms:created xsi:type="dcterms:W3CDTF">2026-05-19T02:04:13Z</dcterms:created>
  <dcterms:modified xsi:type="dcterms:W3CDTF">2026-05-19T02:04:13Z</dcterms:modified>
</cp:coreProperties>
</file>